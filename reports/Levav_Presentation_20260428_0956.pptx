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F8FC-19AC-5118-C078-CC57DB653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4831D-9E03-7B44-9C9A-B5D4E303E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3413B-FDF1-6513-33A6-885F6F79A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DC24-AC1E-44A8-8BB4-E86B19193563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9B7BA-E506-B84B-D654-70BED06B0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13ACF-B1ED-4AF4-835E-F55A3082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9007-19B3-43BC-89CD-259B2AEC106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60115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6723F-D148-35F1-6C6E-1A4F3A48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1AD80-BE81-74AC-8502-F837B605D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5CC28-0FAA-38A1-BD99-7629F7586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DC24-AC1E-44A8-8BB4-E86B19193563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3528D-4D55-6201-978F-3456DE613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21F36-476E-5E50-B34A-9866D219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9007-19B3-43BC-89CD-259B2AEC106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78369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E6259-3B98-8776-3E00-7EFD21B8F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8DB32-7473-C36A-05AD-0D2D0B33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9CE02-693B-D8CC-9CC9-33C9F4412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DC24-AC1E-44A8-8BB4-E86B19193563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18D1A-18D0-A884-E4FD-42A92CC73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5C3EF-C4D8-3F29-CDAD-CE309970D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9007-19B3-43BC-89CD-259B2AEC106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07350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04FBF-4163-6B63-8BA6-60B3FBBF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CE4E-FA94-08A5-967B-C29A50E91B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DCF47-A6A6-C7FE-3338-173162953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E845F-7DE3-90FB-E634-2A99E2172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DC24-AC1E-44A8-8BB4-E86B19193563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81491-515B-C63D-80E8-0E536F1FB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A0D01-59D5-7D6A-3D9F-8BA30D8B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9007-19B3-43BC-89CD-259B2AEC106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55281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14643-F092-17E2-48E7-832457F94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E3FDA-B903-5FAE-370B-28071ECC1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146B5-5CE6-0318-D953-C7DDE00C2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A7D03-5D82-6AE9-EB6E-0A64C19EA5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C56B1-F5E1-644A-1C12-B40C3D393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2F19A-8C8F-405A-15EA-A525C0BD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DC24-AC1E-44A8-8BB4-E86B19193563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7A664D-7B78-2980-8705-FF9819886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63A0F5-E7A5-B078-5BAC-2DA0E88D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9007-19B3-43BC-89CD-259B2AEC106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5573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81F7-AA2D-B7CC-2520-1E5762447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FBD55-6C34-4E21-0C23-4706FD720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DC24-AC1E-44A8-8BB4-E86B19193563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75090-A2EB-FDC3-4740-7EAB7BBAF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28EFA-CBE0-96E6-1D3F-33B0F566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9007-19B3-43BC-89CD-259B2AEC106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453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7E49EA-2EB8-7971-142A-3559744C9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DC24-AC1E-44A8-8BB4-E86B19193563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F68B48-75BF-1E0A-9FBF-3ACA6F203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88D29-08E8-BF5B-57CD-FC259BCC9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9007-19B3-43BC-89CD-259B2AEC106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3912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9DF1-582F-E420-B62C-6DF8C9DC0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12D96-3A9C-5BFB-83C7-2BBA5E531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D3B46-3454-826B-DA86-6CA1DBED4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7BB76-B251-F26F-89F5-7CDE38649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DC24-AC1E-44A8-8BB4-E86B19193563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F953F-04B2-0E45-8A7D-F0AF85E5D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1AD2C-D54D-B6AD-A3AF-4D5D81F8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9007-19B3-43BC-89CD-259B2AEC106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7920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8AB39-0241-657A-2768-DBC844D63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1B3348-AE09-7745-48CD-61DD2B352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EAD65-1F2A-7515-813E-715ED7EDD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7C10E-656E-6D4D-4723-E3832B97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DC24-AC1E-44A8-8BB4-E86B19193563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0F7C2-3E4C-7FFC-1FC8-E7CAF213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52DE3-BA92-D3FC-4579-514B4BD84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9007-19B3-43BC-89CD-259B2AEC106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3759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2FF6-99A2-935D-6D9C-AA738B04F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0E22D-F613-C68E-4EED-01DF9D335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54E9D-7992-2F56-46C2-1B078B80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DC24-AC1E-44A8-8BB4-E86B19193563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0E786-2B19-189C-F8E2-0CDCC3EE4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6F95F-2F49-FFB1-0D82-3396706F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9007-19B3-43BC-89CD-259B2AEC106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0712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BB660D-5510-9B54-19B6-605C4CD1A6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C73785-8874-6924-3D9F-3674AECF9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ED5E4-16EC-6807-0321-A7352F88F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1DC24-AC1E-44A8-8BB4-E86B19193563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71544-1656-909D-304E-3E7BB323C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7682E-56F3-007B-C73A-D321BFC5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9007-19B3-43BC-89CD-259B2AEC106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34045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2BA8BA-DA05-CC85-C606-B9176ED9A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414F7-E1E3-247C-77DA-23F1AE616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3C66D-E257-644A-04AE-97454AD85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1DC24-AC1E-44A8-8BB4-E86B19193563}" type="datetimeFigureOut">
              <a:rPr lang="en-IL" smtClean="0"/>
              <a:t>28/04/2026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3D362-8FAC-FD80-1916-9F3DAEEA8A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2E846-BD60-A765-A6F7-A5B0901D8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39007-19B3-43BC-89CD-259B2AEC106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2415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077E-6761-56B6-64A2-1827B95321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Levav management presentation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7E178-9EAE-1109-7821-7B441EBAC5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2024 vs 2025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23389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268B-30C1-89BE-6C1E-B30D39A50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Months - Premium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C4F9D-01C6-7A93-B093-8A51E0174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16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4A493-A630-029C-7868-5187A48D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Months - Commission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47A318-0092-50F9-6917-302CA0947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455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80A7-8F08-48ED-4D76-77D140EBF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Companies - Premium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441D1E-DB6E-660C-203F-BB1D0CAB9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454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EB257-510F-119C-90F9-06D7FEA59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Companies - Commission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91AD04-2EBF-581D-2BA7-E360A14B6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8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A1488-B8DF-AF94-521C-4FD4DE8FC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branch - Premium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850A67-C708-65F5-7A97-87299E9FA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E543-0A36-7CF2-9893-203229FE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branch - Commission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0C856A-C3A0-F5A5-1BFC-A50EF4749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454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BF82D-8851-2C90-A7B1-7339F1F9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Tellers - Premium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657FA9-1D36-5BA9-F9A6-816D73DC5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07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6E07F-3FAD-E138-8D00-254206F3F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Tellers - Commission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C05FA6-0ED3-1CF6-0CF6-177D494F4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90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5F9A-3D0E-52DE-F96C-89B4557A8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Agents - Premium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804C25-A18A-58A6-EE31-D857581AE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38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3E9F-1173-E87B-A5AB-512FA0FF7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Agents - Commission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0CC766-96DB-73E5-1EA5-1711B5CA6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206500"/>
            <a:ext cx="7874000" cy="372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9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Widescreen</PresentationFormat>
  <Paragraphs>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Levav management presentation</vt:lpstr>
      <vt:lpstr>Months - Premium</vt:lpstr>
      <vt:lpstr>Months - Commission</vt:lpstr>
      <vt:lpstr>Companies - Premium</vt:lpstr>
      <vt:lpstr>Companies - Commission</vt:lpstr>
      <vt:lpstr>Main branch - Premium</vt:lpstr>
      <vt:lpstr>Main branch - Commission</vt:lpstr>
      <vt:lpstr>Tellers - Premium</vt:lpstr>
      <vt:lpstr>Tellers - Commission</vt:lpstr>
      <vt:lpstr>Agents - Premium</vt:lpstr>
      <vt:lpstr>Agents - Commission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צבי גורן</dc:creator>
  <cp:lastModifiedBy>צבי גורן</cp:lastModifiedBy>
  <cp:revision>1</cp:revision>
  <dcterms:created xsi:type="dcterms:W3CDTF">2026-04-28T06:56:39Z</dcterms:created>
  <dcterms:modified xsi:type="dcterms:W3CDTF">2026-04-28T06:56:40Z</dcterms:modified>
</cp:coreProperties>
</file>