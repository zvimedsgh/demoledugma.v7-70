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3" d="100"/>
          <a:sy n="73" d="100"/>
        </p:scale>
        <p:origin x="104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482520-79A7-23A8-DACE-960788D63C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C09402-8E76-8D7A-95CD-7CBEA34EC1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B4B466-D536-5D49-3AF8-348FCA92AC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1B3C7-8D98-4535-A350-5BA4FD677609}" type="datetimeFigureOut">
              <a:rPr lang="en-IL" smtClean="0"/>
              <a:t>29/04/2026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768593-9792-41CC-8D79-545C6C3B6B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9DDBC4-16ED-EC05-A388-667D74D4C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2FC7B-7FA1-44C7-9E45-A7075A58B81A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5521464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9F4C0F-42F2-C1E3-AA22-7E9C94FED8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91CBA2-B56E-61BA-6CA6-51E5376185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093DD0-1A70-F9A1-0C61-2AA221B369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1B3C7-8D98-4535-A350-5BA4FD677609}" type="datetimeFigureOut">
              <a:rPr lang="en-IL" smtClean="0"/>
              <a:t>29/04/2026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120E02-846F-6D9A-8ADD-3766FBA13A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4FBDA8-3148-BD4F-756A-B2C136565D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2FC7B-7FA1-44C7-9E45-A7075A58B81A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0794875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15CF36-5F6E-19F8-BAB2-7D317020EC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0B5B8A-AE7D-CC93-4DB9-460E35122F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825BC4-981D-3DD2-0A5E-1CF7C8CC2C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1B3C7-8D98-4535-A350-5BA4FD677609}" type="datetimeFigureOut">
              <a:rPr lang="en-IL" smtClean="0"/>
              <a:t>29/04/2026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D16E29-A39D-3EC4-BFB0-62A4F33685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4BC8A4-D2BE-FB04-DE1D-19747177E6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2FC7B-7FA1-44C7-9E45-A7075A58B81A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9339555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452868-EF2D-CD4B-6131-FD113E26EC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999CBC-07BE-EC2E-8887-D3E99B165BE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C79F73-4656-F9D8-B311-286B232338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6B9BAB-911C-B260-6AA1-74A34913B4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1B3C7-8D98-4535-A350-5BA4FD677609}" type="datetimeFigureOut">
              <a:rPr lang="en-IL" smtClean="0"/>
              <a:t>29/04/2026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8B6473-AF2C-1C3F-1707-F33306C6E8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CBF630-6279-0B5D-48D9-D48117DE9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2FC7B-7FA1-44C7-9E45-A7075A58B81A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6914205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0344D8-0C7E-9248-E11D-29B9C20834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BD4481-1B66-BA4C-AE5C-9374EA460A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94BB3A-3EAC-80FA-49D0-B67137318F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3F525E8-C95A-E62C-E520-87304591D2F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AB809AD-A6FD-2605-40A4-58AEFAA5D8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375FE3-8AD6-4DE5-0EEB-4F48B3C4F8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1B3C7-8D98-4535-A350-5BA4FD677609}" type="datetimeFigureOut">
              <a:rPr lang="en-IL" smtClean="0"/>
              <a:t>29/04/2026</a:t>
            </a:fld>
            <a:endParaRPr lang="en-I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44A30D-261C-CC22-F42C-72007ADA0F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CD3FC25-32A4-FD89-EFE4-38C763E944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2FC7B-7FA1-44C7-9E45-A7075A58B81A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8748912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9EA821-C279-DD3B-E9C3-AD85018316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FD52F36-DA40-60C5-4E91-2A0B0202EF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1B3C7-8D98-4535-A350-5BA4FD677609}" type="datetimeFigureOut">
              <a:rPr lang="en-IL" smtClean="0"/>
              <a:t>29/04/2026</a:t>
            </a:fld>
            <a:endParaRPr lang="en-I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0810D1B-4DED-91D0-D7C5-E960A4005C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7945CB-3F90-B7F7-FCE8-D3018F25AB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2FC7B-7FA1-44C7-9E45-A7075A58B81A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9055007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25F141F-A7C7-B3DB-C652-A147571D84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1B3C7-8D98-4535-A350-5BA4FD677609}" type="datetimeFigureOut">
              <a:rPr lang="en-IL" smtClean="0"/>
              <a:t>29/04/2026</a:t>
            </a:fld>
            <a:endParaRPr lang="en-I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CA854BE-3FCA-1484-B87D-085F6DD187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5ED0D4-C620-3619-B53D-037B89B27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2FC7B-7FA1-44C7-9E45-A7075A58B81A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9084486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EA8E6D-7CFD-3176-990E-BB2D4905EF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C8F150-E552-2655-05E1-9EC20E30C7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933595-52E5-9468-0232-B1BA981912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802770-8CFA-B583-73A4-2F5E5A3A2B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1B3C7-8D98-4535-A350-5BA4FD677609}" type="datetimeFigureOut">
              <a:rPr lang="en-IL" smtClean="0"/>
              <a:t>29/04/2026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82DD05-3240-A3DF-35A6-A053EC45C1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080F06-72D1-4892-BB92-D2AC914193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2FC7B-7FA1-44C7-9E45-A7075A58B81A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1372863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044E27-805F-B073-6BA7-45BF5440F9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48A5181-E379-92AC-FDF4-B36298F659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639ACE-A4FC-1FAF-7FD2-6FB5042FE9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52A3A1-BBAC-5629-69EB-1E3CA54341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1B3C7-8D98-4535-A350-5BA4FD677609}" type="datetimeFigureOut">
              <a:rPr lang="en-IL" smtClean="0"/>
              <a:t>29/04/2026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12B556-7E27-74F1-11BF-CD68DD1C18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B70012-062D-3D64-3165-12C6571C54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2FC7B-7FA1-44C7-9E45-A7075A58B81A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8924266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5DAC89-3395-35BA-40C8-AB0A07B56E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E85C9A7-55B0-9F7F-6862-B420971B70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56FCB1-2B36-CFF6-8853-CA8F46ADA9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1B3C7-8D98-4535-A350-5BA4FD677609}" type="datetimeFigureOut">
              <a:rPr lang="en-IL" smtClean="0"/>
              <a:t>29/04/2026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7C3537-A645-F694-44C2-42DB69F3CF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5AE31B-8B28-CEAF-7851-C3BDEFE8AC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2FC7B-7FA1-44C7-9E45-A7075A58B81A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2492924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189C22A-33A8-8DEA-4B3C-AC743F71624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E7C411E-BD26-91EA-99AE-A37BBE0945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EC9B42-FD02-420B-4A1F-F21C317934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1B3C7-8D98-4535-A350-5BA4FD677609}" type="datetimeFigureOut">
              <a:rPr lang="en-IL" smtClean="0"/>
              <a:t>29/04/2026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5829FE-8D13-A76B-D19E-B233DD4713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F0A1E5-AA36-384A-D299-B8BE132CAB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2FC7B-7FA1-44C7-9E45-A7075A58B81A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7320359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3445DB5-FB4D-0866-C9FF-8CC1B376EA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49B814-7060-B5FB-6854-D618098C70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943A5B-C59D-E40D-8C22-75EEA60618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861B3C7-8D98-4535-A350-5BA4FD677609}" type="datetimeFigureOut">
              <a:rPr lang="en-IL" smtClean="0"/>
              <a:t>29/04/2026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F2FC4E-3975-85F3-41E2-F34EEFE5A7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D1C82C-76F1-18F3-EA65-8C24F2CE2A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32FC7B-7FA1-44C7-9E45-A7075A58B81A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5935100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893F0D-FCCC-FA12-CA8A-76913A772DC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Levav management presentation</a:t>
            </a:r>
            <a:endParaRPr lang="en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1205AF-34B9-836A-7364-144CAC3AA41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2024 vs 2025</a:t>
            </a:r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780700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66C441-265D-0477-379E-413AD7DD8C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Months - Premium</a:t>
            </a:r>
            <a:endParaRPr lang="en-IL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21F2407-4BD2-73C0-1A08-EDF2889850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500" y="1206500"/>
            <a:ext cx="7874000" cy="3725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02938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100146-9FEF-4322-2DA2-F9144CB89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Months - Commission</a:t>
            </a:r>
            <a:endParaRPr lang="en-IL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57DF6E6-7E74-6B50-2C85-B63423BC02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500" y="1206500"/>
            <a:ext cx="7874000" cy="3725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88486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EE3DD-87C1-BED4-3831-75D116ECB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Companies - Premium</a:t>
            </a:r>
            <a:endParaRPr lang="en-IL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CA52D3A-B30E-ABFE-C907-4E3CE0922B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500" y="1206500"/>
            <a:ext cx="7874000" cy="3725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22817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30B4D4-3F8C-0526-5A1F-D03EDD619D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Companies - Commission</a:t>
            </a:r>
            <a:endParaRPr lang="en-IL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04E0480-2B30-FC34-EFAE-90EC0C0528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500" y="1206500"/>
            <a:ext cx="7874000" cy="3725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48544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77BE4-FFD0-7878-4AC6-2911558F35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Main branch - Premium</a:t>
            </a:r>
            <a:endParaRPr lang="en-IL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86E7DD6-D5CE-BDBF-DC72-DD14C155C0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500" y="1206500"/>
            <a:ext cx="7874000" cy="3725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9268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61409-44D0-5A55-A2AC-A6C911B49B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Main branch - Commission</a:t>
            </a:r>
            <a:endParaRPr lang="en-IL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CE8535E-D9C9-9F8E-78A4-40AD3F4E6D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500" y="1206500"/>
            <a:ext cx="7874000" cy="3725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66322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0CFF99-D912-6DD5-E522-F81CF141E9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Tellers - Premium</a:t>
            </a:r>
            <a:endParaRPr lang="en-IL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C016657-3545-51E6-A965-EE574FF4B3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500" y="1206500"/>
            <a:ext cx="7874000" cy="3725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42252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9015C-B828-3610-ED23-EEE573D5BB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Tellers - Commission</a:t>
            </a:r>
            <a:endParaRPr lang="en-IL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E31D8E7-C544-440D-0B45-B2EC5B02CE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500" y="1206500"/>
            <a:ext cx="7874000" cy="3725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68571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7ED5E1-30BB-BC1E-4E79-8288F6AAE1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Agents - Premium</a:t>
            </a:r>
            <a:endParaRPr lang="en-IL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1FF35A2-4B1A-82AB-FE45-5CA7F8A4A1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500" y="1206500"/>
            <a:ext cx="7874000" cy="3725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15536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CA716A-BB04-DC59-F318-E48AFBB984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Agents - Commission</a:t>
            </a:r>
            <a:endParaRPr lang="en-IL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88CFA18-45CB-A33B-7010-4C502BA00B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500" y="1206500"/>
            <a:ext cx="7874000" cy="3725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17732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</Words>
  <Application>Microsoft Office PowerPoint</Application>
  <PresentationFormat>Widescreen</PresentationFormat>
  <Paragraphs>12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Levav management presentation</vt:lpstr>
      <vt:lpstr>Months - Premium</vt:lpstr>
      <vt:lpstr>Months - Commission</vt:lpstr>
      <vt:lpstr>Companies - Premium</vt:lpstr>
      <vt:lpstr>Companies - Commission</vt:lpstr>
      <vt:lpstr>Main branch - Premium</vt:lpstr>
      <vt:lpstr>Main branch - Commission</vt:lpstr>
      <vt:lpstr>Tellers - Premium</vt:lpstr>
      <vt:lpstr>Tellers - Commission</vt:lpstr>
      <vt:lpstr>Agents - Premium</vt:lpstr>
      <vt:lpstr>Agents - Commission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צבי גורן</dc:creator>
  <cp:lastModifiedBy>צבי גורן</cp:lastModifiedBy>
  <cp:revision>1</cp:revision>
  <dcterms:created xsi:type="dcterms:W3CDTF">2026-04-29T08:56:09Z</dcterms:created>
  <dcterms:modified xsi:type="dcterms:W3CDTF">2026-04-29T08:56:11Z</dcterms:modified>
</cp:coreProperties>
</file>