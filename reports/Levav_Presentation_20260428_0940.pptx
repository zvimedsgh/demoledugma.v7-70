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E404-D43F-960C-D76F-FEED6F6B6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B7860-ED93-FBE2-7077-51E872A46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F5B7E-5D4E-84C2-50CA-53874B14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F06E7-B92D-6E94-41AD-2AA791F6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89687-186E-5949-FF9E-3C8688D9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593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CF8C-959C-D9B7-E685-5F2BEC1C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8433B-F017-ED1D-9F92-2331B8DD5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05F4-5D4C-C34D-FD44-752C8CDF2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6EFD9-49F6-DB82-A7F3-0E7E0322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E938-B4A4-5B62-0F0B-D0A08319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591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2B63-D7C2-33A5-91C9-B4D6F4FBE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344C7-BC56-02D1-08B0-78C2E12B3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FC373-F4A7-38D0-74F1-46EAF2BCC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AB77F-780D-CB1A-7A5C-574038CB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1A31-9605-504E-5AB1-00C8B637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2009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A9F2-2A5E-2137-BDB7-13CE97CA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928A9-0A75-1D2A-94C2-D6785D820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29552-E7A4-3107-FA8B-5C6D9C925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4915-064F-1C5D-CC28-2F171EC7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0E373-87E9-1E4A-0D6E-87BA8632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7AEF4-79EE-85C4-0169-0ECC9A5D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526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3873-B03A-C7B1-11C5-31A150898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ADCB0-4FDB-BA2D-4853-5DD05B1C8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FE1FD-0B2E-4AD9-D519-27334A249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086CF-9FDE-AE60-1E8B-BA115AB8F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D592C-712A-9C2A-561C-0A5F507E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A8248-2595-5A5E-5714-C38CD664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94B72-F744-7D68-5656-73E62175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00D3E-6586-809C-77F6-1587B46A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905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1800-60FE-2546-7B92-DD873404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65E9F-B7FB-01EE-AFF5-22A5EE29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E83C9-7E0E-370A-6820-49489782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4E79C-E090-A87C-142B-1C7844C5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186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79FB8-BD5B-382B-4658-A8BA3B4E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09674-FD35-2BEE-8202-AA95CAE7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4A679-D47F-B757-F53F-228ACD06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7883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30C0-B5E8-60B5-6CBB-AF31B6AD3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4BDA4-E8CE-1C99-1199-8E258336F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0FFD8-6730-0BB2-C6E5-13EDFCD9D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B0953-8960-1349-543B-B3FE3C21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3F07A-98E7-B20D-9E72-EBC82604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7AA7C-DE16-BA34-388D-08F72F01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444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F9DA-2634-6CD1-56BA-F3438D06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6884BD-582F-309E-B680-9FCAB4B0E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A591D-8E60-A390-E28F-33B021AC1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87A71-5869-678E-09B5-D7715A93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30F95-3B54-30D0-F29A-045EEAD2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01002-4E5C-22B4-3C97-BDC331DD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794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F184-BBAD-8C2A-3D32-5BE6DF14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4A08C-5643-C81C-92F8-BF43A0870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058B4-9910-CAD7-64BB-A872BC8C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BB0C-AB5A-AACB-E1BF-D5193754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00B9-9E7D-F260-78AD-3C2CF365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8059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93D5D-C882-AD2D-F642-67A6F3E27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94064-4D3E-A806-3E2E-EF5F17C72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C6B1E-0D73-E026-34C8-E802A91E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194D-FAED-EC28-BADA-5296CBB3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D0F24-5F7F-D38B-156B-2CE7C3B6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6687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1DB14-3B42-4B6C-8EE4-C26B75BD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297BD-B785-16F7-472F-9517DDEBE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49821-A58B-FFF7-3BAA-C495DF430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6AB48-65DB-4D34-B12A-B54C1BEB794C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B01F-C453-3273-D21B-E911A3780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51190-CE34-CBC1-DDFD-EB3D95AA9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A441E-F7C2-4DDA-98A8-A030404CEA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131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3F0E-0E3B-C297-9598-DE1BDF1F53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Levav management presentation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53D30-0C60-92E8-9756-E7D03EEE8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2024 vs 2025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81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F4-7CA5-D368-F43A-A99F25C3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65152B-1A91-4A13-1409-F4AEC1FE9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7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71E3-4772-0A80-B318-33B37A5C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66839-3450-596F-A476-91AFFD07A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3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E51E-6A42-2592-A006-C0ACAB5A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Companies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8C1B3-136A-B041-2972-C03F50CC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0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4022-87F4-9B3D-86F1-E407F369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Companies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8363D-36AE-21E0-8BF3-AA3A53636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5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5759-9726-E7FB-0874-0E4FEB0C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branch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80EEF-084B-50A2-FA93-508BE09B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7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B0CA-631E-8838-8C8C-33048D74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branch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AA226-3AEB-E4DA-FEB6-551F12A1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74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0E52-7A23-157B-C27F-983C14A9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Tellers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974203-7BD9-8EF8-AAE5-FC94BCC1B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6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FB60C-0102-F5A4-7D42-93E9DCA4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Tellers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3F903E-D2B0-C248-3DCA-0A33E24B5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22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ADB6-8A0A-C8C4-8746-2A384FAC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0662FE-8BE5-7F17-0020-919D3E8A4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30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8DD0-98AC-BB3E-0DA9-309733144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2A24D-4769-B6A7-9963-727069F69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29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Levav management presentation</vt:lpstr>
      <vt:lpstr>Months - Premium</vt:lpstr>
      <vt:lpstr>Months - Commission</vt:lpstr>
      <vt:lpstr>Companies - Premium</vt:lpstr>
      <vt:lpstr>Companies - Commission</vt:lpstr>
      <vt:lpstr>Main branch - Premium</vt:lpstr>
      <vt:lpstr>Main branch - Commission</vt:lpstr>
      <vt:lpstr>Tellers - Premium</vt:lpstr>
      <vt:lpstr>Tellers - Commission</vt:lpstr>
      <vt:lpstr>Agents - Premium</vt:lpstr>
      <vt:lpstr>Agents - Commission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2026-04-28T06:40:16Z</dcterms:created>
  <dcterms:modified xsi:type="dcterms:W3CDTF">2026-04-28T06:40:18Z</dcterms:modified>
</cp:coreProperties>
</file>