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8C0D-F449-45B8-964C-26F652B28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93E22-834E-8B4F-835D-68A27073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026F1-6FD8-2348-2C8A-A04396D2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B7D98-3FA6-98DA-58F6-170FA962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D3A3-55DA-BD3C-8FD1-18AF83F6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024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6A42-C364-5EAB-3A75-8FB763B7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DBD5-C43F-A1B2-B01A-DB3A4EBBF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4FA77-4B45-98E8-9F01-4042668B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E3B5F-41F8-B2DC-644E-2941750D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3BE91-5C0B-C47C-BFBF-1B61155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403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394F-F276-30C2-08B7-184B8682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B4825-32CF-1FF2-9E3B-DAE72EC8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EF9D-9BD7-06E2-4AD1-7766A755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F3B7F-E197-80AC-9C0B-F9210DC7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7EA7-C9EB-289E-6A7A-1B7C3C42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569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489E-A593-6DC0-7474-9F1C9644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8DD9-6265-C97E-39C5-73BBD4DD5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37259-45F5-7385-0969-827BFD248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BC1AD-693E-CB66-06FF-EF602A63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67588-A411-01DD-D6BE-D7EB04E5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96031-B5D7-B0CF-EBB0-ABFCB8ABE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915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F081-A4F3-9CAD-C9EE-037C0B07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79D63-4FEA-B7EF-22BE-B599BC99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489A4-1AB7-0A41-CCC4-70849AE4F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1024B-6FE7-A027-F5DF-DF5BDC842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63C3D-4EFF-F9AE-92EB-AC14814B8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4F4AC-4414-3158-73B9-19FBF5FA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2300B-EBE5-0F7E-3D35-5B782BF4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2D36F-7A94-885F-6799-27D3846D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226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FE3F-AB8B-B10A-A28B-72F4D147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F3193E-D205-78E0-75DF-7630616B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CD0DB-0CB5-DF26-D9FC-BFAA753A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A2940-AB9C-F9D5-EFB8-D7E7CC27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789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B4320-2546-FA3E-BB9B-8BFC67B8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C8E69-4B07-517D-4078-9638A752B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0FAEC-B947-4530-5180-AD369C11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113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6B21-C29E-A552-2E19-936D8FE03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BE28B-820A-1AE8-2F23-BD421138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B810E-3A82-F277-A5AC-2DE78BE73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95593-DEBE-09F8-E407-1CAC37426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3DD31-7D99-5540-A95E-4854CC35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420C6-DC43-4C32-EBCA-DBDF32A3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507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D27D-667A-4BC6-0B98-C2420CF8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A0A6D-0772-122B-8224-7EF9B7D6C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83664-75A3-286C-D307-C855FF8AA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9D181-EC7C-9D3F-3B02-5F9DD92A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BFBED-7E6B-CBCE-CE36-DF1C5DE6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8ECE6-F3CD-36CD-4679-50904DDE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107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C4B0-9572-4ACC-B4BF-E285EFE1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BF13A-09F8-A6F4-A501-F9E4F10B5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9464-B1AE-73B4-EB3C-8261F7B3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D397B-9FCA-A1F0-3FB8-01081217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AD58B-5BC2-32A4-A259-64AC1F90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0724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1BB75-A9D4-3ECE-E5CD-04CDFDF06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6B05A-ACF9-5C89-ECBA-AD0B91D64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B60E-5D4F-BBA8-1630-B9621984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65AAA-62D9-3680-0303-93231234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8C4BB-89B0-ADAE-E114-415EFBEC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165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94E7B-42D8-6829-6487-9502B5CF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59C28-006F-983C-8AD9-957CA6D30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D6D7F-F77D-F4DB-8F10-E15B2DCAD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81307-5ADA-4963-98B2-F2E4E23F8260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5E52E-E2C5-1902-1275-E1DEE70D1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63F1-4F78-AC17-5102-09939D901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E2B93-FFD5-4FF3-9B1F-28AA829905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638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9F82-0EBF-3402-BD6F-1A5C29B63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Levav management presentation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08B9C-D2DA-5645-D828-45EBE5659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2024 vs 2025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5738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Levav management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2026-04-29T11:22:50Z</dcterms:created>
  <dcterms:modified xsi:type="dcterms:W3CDTF">2026-04-29T11:22:50Z</dcterms:modified>
</cp:coreProperties>
</file>