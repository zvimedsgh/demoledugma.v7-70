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0A52-ED69-C8FF-4DC5-866BB9323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1817BE-C84C-7612-F15B-87CF0FA9C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6FF9A-21BA-A971-B7CD-1609DB19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457D7-DFC1-22CB-6319-1220C528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82B86-7689-D2B9-CC62-D45DF46E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119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2882-2436-6DA5-ABBD-A6F6AFB3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11C85-7E9E-A9F1-50E5-474D47F16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42CF0-127E-AF24-AB52-97B96979E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0AC43-FAFE-996C-AFDB-87174F27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B0CD4-361F-CB13-CDE3-A56F6B8B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7171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CEA6-6D37-0C7E-1D00-8438ECE5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4ED41-392E-0A66-A49E-CDC5EABA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35F68-2A7C-13C4-744B-C8225058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2828D-94B4-E867-E6DC-8F81932E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A7E3F-61C9-C5AB-111B-C88EC7B7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808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0CD9-9F2C-563F-266D-612A3B5C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33713-0125-0344-3135-91B38D260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F52B6-D0DC-4BD4-EAAE-0A2945C2C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8FB79-D116-EEA9-63C9-A415B240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9FEC8-3C72-0E2F-6D4D-AEB42FDF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A4E7D-A447-E5EA-1821-F5BEC992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2584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B269-7F3A-5B8B-562D-4B28E5C7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2081B-2651-6769-49F0-7AF59F8CE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D3607-4F99-3664-2E7D-BE7254F8A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808AF-594C-9C76-05DF-123572805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45D14-A271-6056-F67E-05E880631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2CA3C8-C39F-E842-E060-3CC3FC72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4A449-4075-9C2D-B0B0-FB5A3071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42780F-CA2D-1B77-046B-1213D3D4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7723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BF20-8A06-929E-5005-929DA2C5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D9B84-B846-9F47-169F-24D54659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A428F-51B0-FE43-4229-9E157493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E15D8-4629-41B1-FA6A-78CA192D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453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7DAE43-C163-0C3F-6BAF-99A843303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AEB3A-7C87-675A-185A-8CA7323E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EB29F-C2BE-57E8-2159-61452ADC3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883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34FA-035B-A2D8-97DF-BB7B4C81B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FE93-B775-CB00-30D8-561FBE5F9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0FCC2-7FCB-8682-B06D-674C2CF3C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A624B-A1E0-B44C-3785-892B1F2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9D359-F791-1731-ACAD-B9723B2E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86E68-BC72-72C1-B50D-6ADCBB4B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202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EC63-D3D7-253A-F22B-E42D8C48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7EC99-03F6-903F-1A79-34E9AF79A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D6F2C-CF76-0684-B3CC-26077BEB8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87D77-6204-5E50-62C6-50BF5162D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ADAD4-AE7F-A101-6DF1-0C8B7500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83349-1DD8-273C-47C6-CB4276CB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2598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AC7C-599A-7F19-2905-E353B2E9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B3965-03D4-FA6E-145C-664CE634D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4E4E6-F2B1-6BD9-6776-C0EFC4E3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3704E-03C2-5C6D-4816-83DD6936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FB27-4805-81F0-E627-BDEB99D8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166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FD80AB-B83B-721F-4A44-190E1A255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6895B-3047-6ADE-D229-2225DC110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0EDA5-1FD0-EB24-49DB-AC64870C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2819-0AE2-9C33-14A6-4D8AB3DB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AF575-7EE1-3723-768C-3C02FB30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445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2CD4-EE65-AFA3-4B9E-54284D73A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48DED-CBF8-EDF2-3FB6-48290F0D5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1BEC7-6492-0E57-ADA1-B60E76810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146C0-318B-47E4-8174-21901565A1E9}" type="datetimeFigureOut">
              <a:rPr lang="en-IL" smtClean="0"/>
              <a:t>29/04/2026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7CFC0-4C96-F2A7-EECE-B3400C2A3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085C5-3586-D568-FB4E-607530003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E0AFB-9F94-4469-AA46-F4C3C213D63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007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09CF-6D8B-5A3F-2FBE-3962D39B9B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Levav management presentation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B4861-D604-C2C1-9E3F-1EF6E227B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2024 vs 2025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538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Levav management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2026-04-29T11:27:13Z</dcterms:created>
  <dcterms:modified xsi:type="dcterms:W3CDTF">2026-04-29T11:27:13Z</dcterms:modified>
</cp:coreProperties>
</file>