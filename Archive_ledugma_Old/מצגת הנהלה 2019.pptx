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906D0-6BAB-07D0-9D6C-6602E1D84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FA8F61-C9D8-23D6-5C81-A22746034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F0465-D034-4527-02A0-4F0AE6312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91AFC-6E91-4957-81FD-4997FB49E8E0}" type="datetimeFigureOut">
              <a:rPr lang="en-IL" smtClean="0"/>
              <a:t>08/05/2026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2C601-0EF4-7C8A-96C9-9C74A4B01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31ADD-9FEC-3F3C-A341-2683E6E51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5472-CDC4-4D5B-8C67-FA0C2B4590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88000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45451-56DC-9062-C055-60126F21C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54FFA-8712-DCE2-5E12-EC10E6A46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79923-4929-1438-084A-A7F278D88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91AFC-6E91-4957-81FD-4997FB49E8E0}" type="datetimeFigureOut">
              <a:rPr lang="en-IL" smtClean="0"/>
              <a:t>08/05/2026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43815-BF84-8EB3-80AD-8B96327C7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D2B5D-05B3-4D8A-457B-5B0D6C338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5472-CDC4-4D5B-8C67-FA0C2B4590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44846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1CC8C-EBE7-1745-6A2D-29266CA86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20FAD-A19C-468C-342C-135954017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35B13-94F0-0BD9-00BC-10677A54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91AFC-6E91-4957-81FD-4997FB49E8E0}" type="datetimeFigureOut">
              <a:rPr lang="en-IL" smtClean="0"/>
              <a:t>08/05/2026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3CE97-9425-031F-2566-2A800B14E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A1774-00C2-C735-E71E-7A9EE41C3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5472-CDC4-4D5B-8C67-FA0C2B4590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0245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91482-F48F-DBC9-0177-AFCB34504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3956B-013E-CB1F-42C1-994EA643C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AE6384-A25E-D8F2-C77F-050A71790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7FFDE-D545-F245-260F-69F26F9DB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91AFC-6E91-4957-81FD-4997FB49E8E0}" type="datetimeFigureOut">
              <a:rPr lang="en-IL" smtClean="0"/>
              <a:t>08/05/2026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646EA-F3E5-D5FA-F1A6-D5E3C2FF7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CD985-7187-9B20-198D-373276F0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5472-CDC4-4D5B-8C67-FA0C2B4590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925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ADA4A-05B7-BC68-F8F2-9F1144BC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84573-BA6C-E624-C085-63B4639B7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4CCBB-3C7F-FA99-461B-57DC6DBBB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456AAC-5B31-FAC0-20BA-90A59C8006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89BA7A-330C-C832-195A-9EED698DE2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DD9E6F-D873-C739-01EA-B64A1355E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91AFC-6E91-4957-81FD-4997FB49E8E0}" type="datetimeFigureOut">
              <a:rPr lang="en-IL" smtClean="0"/>
              <a:t>08/05/2026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3ADDB2-B0AD-03CF-58E8-28391FBF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0C08CB-C39F-8420-6665-0B20D31F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5472-CDC4-4D5B-8C67-FA0C2B4590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96754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CDC0A-588D-F8EC-F094-E1CD8D1E1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962B44-9F6D-AEEC-F35B-31CDAD16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91AFC-6E91-4957-81FD-4997FB49E8E0}" type="datetimeFigureOut">
              <a:rPr lang="en-IL" smtClean="0"/>
              <a:t>08/05/2026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4C2C7-B81E-1031-B78E-3A07103CC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1A83D6-C3F6-8820-C82D-FBEB60FAA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5472-CDC4-4D5B-8C67-FA0C2B4590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9613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AE9EA4-E8ED-0D68-CA12-C6C2E9FCA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91AFC-6E91-4957-81FD-4997FB49E8E0}" type="datetimeFigureOut">
              <a:rPr lang="en-IL" smtClean="0"/>
              <a:t>08/05/2026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20582C-8979-3223-E679-E7D18652E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FEF1E-4D74-B9A0-718B-03619D921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5472-CDC4-4D5B-8C67-FA0C2B4590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69365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04EA1-D94C-3E0C-4DCA-DF1B77850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58CC6-596D-C3FD-DFD9-4BC70325E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A1CA3-4ED6-F12E-32F3-511D05686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367D7-7DD7-925A-07BE-0EAC9671B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91AFC-6E91-4957-81FD-4997FB49E8E0}" type="datetimeFigureOut">
              <a:rPr lang="en-IL" smtClean="0"/>
              <a:t>08/05/2026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4126E-3A12-8D47-5DC3-97A9C7C3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2A05C-9745-6A37-DD73-391F3A8EA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5472-CDC4-4D5B-8C67-FA0C2B4590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3276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C3BE-106C-0860-8575-DF59399CB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847036-90B7-4297-8A6D-2E5C5AE33B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43653-0625-153C-71DD-7F24E61D6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178AF-118A-D585-2862-BE0403375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91AFC-6E91-4957-81FD-4997FB49E8E0}" type="datetimeFigureOut">
              <a:rPr lang="en-IL" smtClean="0"/>
              <a:t>08/05/2026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51A0F-CC3E-D483-79BE-4EBB90D63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51536-A2E3-E274-78FB-26392C55D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5472-CDC4-4D5B-8C67-FA0C2B4590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64097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BC275-607C-3CFB-5ED7-0EFEAB230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EBF63-299D-71B5-179E-2D563FEDC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3BEDC-6E02-8E8F-69DE-5A0C42B43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91AFC-6E91-4957-81FD-4997FB49E8E0}" type="datetimeFigureOut">
              <a:rPr lang="en-IL" smtClean="0"/>
              <a:t>08/05/2026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B82CA-9A85-C775-49EF-55FD45284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8DE70-0495-EEB4-FA92-9A6D9F42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5472-CDC4-4D5B-8C67-FA0C2B4590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8306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9EA073-6720-9A53-050C-2050175A74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C30812-113D-B826-E96B-65FAA8D34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CC9F5-471C-E557-A234-5BF209C8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91AFC-6E91-4957-81FD-4997FB49E8E0}" type="datetimeFigureOut">
              <a:rPr lang="en-IL" smtClean="0"/>
              <a:t>08/05/2026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4AD94-B2ED-3CFF-1D0C-737AFB2FD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5DDCD-8334-2187-0EAE-935D245A9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5472-CDC4-4D5B-8C67-FA0C2B4590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13830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E1D92C-3675-BCDC-0B21-4EF600459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B4C4F-0C09-B946-8644-22F849693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3DD5E-E27B-C7F3-6B60-79E37F4AEA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491AFC-6E91-4957-81FD-4997FB49E8E0}" type="datetimeFigureOut">
              <a:rPr lang="en-IL" smtClean="0"/>
              <a:t>08/05/2026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16D6F-C98A-944F-BB14-1A1AE6933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9C106-6220-7CE3-A014-1B2CAA038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975472-CDC4-4D5B-8C67-FA0C2B4590C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5596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E6BDD4-9200-F231-B6A7-691A2C36F7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BE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444838-6F64-A7D7-22C4-3D8A0F129CAB}"/>
              </a:ext>
            </a:extLst>
          </p:cNvPr>
          <p:cNvSpPr/>
          <p:nvPr/>
        </p:nvSpPr>
        <p:spPr>
          <a:xfrm>
            <a:off x="635000" y="508000"/>
            <a:ext cx="10922000" cy="584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474642-F8E1-B08E-C958-7360F2EE234B}"/>
              </a:ext>
            </a:extLst>
          </p:cNvPr>
          <p:cNvSpPr txBox="1"/>
          <p:nvPr/>
        </p:nvSpPr>
        <p:spPr>
          <a:xfrm>
            <a:off x="1016000" y="1143000"/>
            <a:ext cx="10160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4000" b="1">
                <a:solidFill>
                  <a:srgbClr val="323232"/>
                </a:solidFill>
              </a:rPr>
              <a:t>מצגת הנהלה</a:t>
            </a:r>
            <a:endParaRPr lang="en-IL" sz="4000" b="1">
              <a:solidFill>
                <a:srgbClr val="32323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65689-F9B3-2D73-3E60-44B7E8EBA0B2}"/>
              </a:ext>
            </a:extLst>
          </p:cNvPr>
          <p:cNvSpPr txBox="1"/>
          <p:nvPr/>
        </p:nvSpPr>
        <p:spPr>
          <a:xfrm>
            <a:off x="1016000" y="2286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200">
                <a:solidFill>
                  <a:srgbClr val="505050"/>
                </a:solidFill>
              </a:rPr>
              <a:t>2020 מול 2019</a:t>
            </a:r>
            <a:endParaRPr lang="en-IL" sz="3200">
              <a:solidFill>
                <a:srgbClr val="505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E5F4F1-5018-333A-9E28-5234507C111B}"/>
              </a:ext>
            </a:extLst>
          </p:cNvPr>
          <p:cNvSpPr txBox="1"/>
          <p:nvPr/>
        </p:nvSpPr>
        <p:spPr>
          <a:xfrm>
            <a:off x="1016000" y="3175000"/>
            <a:ext cx="1016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>
                <a:solidFill>
                  <a:srgbClr val="787878"/>
                </a:solidFill>
              </a:rPr>
              <a:t>שנתי | בורדרו</a:t>
            </a:r>
            <a:endParaRPr lang="en-IL" sz="2000">
              <a:solidFill>
                <a:srgbClr val="78787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B9C6C-CC46-9117-C016-5E7F7431D3BE}"/>
              </a:ext>
            </a:extLst>
          </p:cNvPr>
          <p:cNvSpPr txBox="1"/>
          <p:nvPr/>
        </p:nvSpPr>
        <p:spPr>
          <a:xfrm>
            <a:off x="1016000" y="5080000"/>
            <a:ext cx="10160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400" b="1">
                <a:solidFill>
                  <a:srgbClr val="00823C"/>
                </a:solidFill>
              </a:rPr>
              <a:t>לדוגמא סוכנות לביטוח</a:t>
            </a:r>
            <a:endParaRPr lang="en-IL" sz="3400" b="1">
              <a:solidFill>
                <a:srgbClr val="00823C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F106DD-7A5A-B422-6BD8-1E16291F390E}"/>
              </a:ext>
            </a:extLst>
          </p:cNvPr>
          <p:cNvSpPr/>
          <p:nvPr/>
        </p:nvSpPr>
        <p:spPr>
          <a:xfrm>
            <a:off x="635000" y="6413500"/>
            <a:ext cx="10922000" cy="63500"/>
          </a:xfrm>
          <a:prstGeom prst="rect">
            <a:avLst/>
          </a:prstGeom>
          <a:solidFill>
            <a:srgbClr val="C8A0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1C1AD9-071D-7E5F-C6DF-E2668C0D0960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 / 19</a:t>
            </a:r>
          </a:p>
        </p:txBody>
      </p:sp>
    </p:spTree>
    <p:extLst>
      <p:ext uri="{BB962C8B-B14F-4D97-AF65-F5344CB8AC3E}">
        <p14:creationId xmlns:p14="http://schemas.microsoft.com/office/powerpoint/2010/main" val="3733481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3CCC41-9A0E-78E2-6FB2-B22048197685}"/>
              </a:ext>
            </a:extLst>
          </p:cNvPr>
          <p:cNvSpPr txBox="1"/>
          <p:nvPr/>
        </p:nvSpPr>
        <p:spPr>
          <a:xfrm>
            <a:off x="254000" y="127000"/>
            <a:ext cx="1168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400" b="1">
                <a:solidFill>
                  <a:srgbClr val="323232"/>
                </a:solidFill>
              </a:rPr>
              <a:t>סה"כ פרמיות ועמלות - 2020 מול 2019</a:t>
            </a:r>
            <a:endParaRPr lang="en-IL" sz="2400" b="1">
              <a:solidFill>
                <a:srgbClr val="32323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B82257-6F3B-13B4-B55B-5A2C555099D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889000"/>
            <a:ext cx="10160000" cy="558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EC1E63-0357-30B0-4861-F64A325FF50A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 / 19</a:t>
            </a:r>
          </a:p>
        </p:txBody>
      </p:sp>
    </p:spTree>
    <p:extLst>
      <p:ext uri="{BB962C8B-B14F-4D97-AF65-F5344CB8AC3E}">
        <p14:creationId xmlns:p14="http://schemas.microsoft.com/office/powerpoint/2010/main" val="3750871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CA72BF-8C83-9AF6-ABB4-2AA82E74403A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חודשים - 2020 מול 2019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1BD612-EBEF-57F5-2693-29052B32123B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0A0D2F-2030-0417-5AAB-AD8B05AC8B1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00B23A-B8A4-F7C5-C0BF-9495915BD92D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3 / 19</a:t>
            </a:r>
          </a:p>
        </p:txBody>
      </p:sp>
    </p:spTree>
    <p:extLst>
      <p:ext uri="{BB962C8B-B14F-4D97-AF65-F5344CB8AC3E}">
        <p14:creationId xmlns:p14="http://schemas.microsoft.com/office/powerpoint/2010/main" val="521493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A2C074-8A85-F4F3-4633-75C19B29FF4E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חודשים - 2020 מול 2019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735BC9-7EB6-FD58-FDFC-0B490EF26983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5A0C0B-148C-4D08-26D2-98FD3CC8A7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1DD5CE-A6FA-E007-64DE-414417AA51AC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4 / 19</a:t>
            </a:r>
          </a:p>
        </p:txBody>
      </p:sp>
    </p:spTree>
    <p:extLst>
      <p:ext uri="{BB962C8B-B14F-4D97-AF65-F5344CB8AC3E}">
        <p14:creationId xmlns:p14="http://schemas.microsoft.com/office/powerpoint/2010/main" val="889283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B2CB3F-0B29-0EE0-9663-567ECECA9D42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חודשים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918432-45E2-B77B-2123-C040046D1009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ABDA54-936F-5377-3FBD-EB477EABD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541540"/>
              </p:ext>
            </p:extLst>
          </p:nvPr>
        </p:nvGraphicFramePr>
        <p:xfrm>
          <a:off x="127000" y="571500"/>
          <a:ext cx="1193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3403056211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892098275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2715679911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70544120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544472869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89580426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424579675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953851215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930106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977369106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15255756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882137994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79473828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4299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9699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ינואר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4,640,284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5,078,903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751,567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772,154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3333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פברואר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2,691,267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2,724,508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426,013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411,709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3911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מרץ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2,258,926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1,936,401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389,134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291,922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87838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אפריל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2,760,274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2,603,344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404,707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385,661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18807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מאי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1,879,177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1,866,145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277,506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278,190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21837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יוני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2,073,131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1,932,139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-17.3%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317,904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290,088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12705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יולי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2,779,070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2,959,955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417,553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429,518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9795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אוגוסט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2,167,786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2,295,902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335,230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344,802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47667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ספטמבר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2,085,998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1,972,378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303,067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298,060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21435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אוקטובר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1,819,030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1,843,891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1,320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-16.9%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263,729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273,127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33205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נובמבר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2,394,044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2,118,192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324,284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308,072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7502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דצמבר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2,591,029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2,018,865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-20.9%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-23.9%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520,155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282,360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-45.7%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85727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30,140,016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29,350,623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-2.6%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15,881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14,906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-6.1%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4,959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4,730,848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4,365,663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-7.7%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9479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4708700-5627-576D-445F-7A76825223AB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5 / 19</a:t>
            </a:r>
          </a:p>
        </p:txBody>
      </p:sp>
    </p:spTree>
    <p:extLst>
      <p:ext uri="{BB962C8B-B14F-4D97-AF65-F5344CB8AC3E}">
        <p14:creationId xmlns:p14="http://schemas.microsoft.com/office/powerpoint/2010/main" val="522907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AD324B-3F9A-7D51-7874-0299A1575824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חברות - 2020 מול 2019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306A5E-4B64-3625-3470-549E58C8B72A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6C161-5C68-1F46-CD1E-446480E224D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0B5355-4AD8-FB8B-D3E0-4C295D28BC17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6 / 19</a:t>
            </a:r>
          </a:p>
        </p:txBody>
      </p:sp>
    </p:spTree>
    <p:extLst>
      <p:ext uri="{BB962C8B-B14F-4D97-AF65-F5344CB8AC3E}">
        <p14:creationId xmlns:p14="http://schemas.microsoft.com/office/powerpoint/2010/main" val="2323081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5A6703-33D1-2676-F2C5-32D9A1E938E7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חברות - 2020 מול 2019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9B5474-6BB7-EC1D-E0DB-958CCA5B8B8F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C58381-B887-B2CC-526B-81E40880E76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45626F-A79A-725F-20D2-9B6F5A964863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7 / 19</a:t>
            </a:r>
          </a:p>
        </p:txBody>
      </p:sp>
    </p:spTree>
    <p:extLst>
      <p:ext uri="{BB962C8B-B14F-4D97-AF65-F5344CB8AC3E}">
        <p14:creationId xmlns:p14="http://schemas.microsoft.com/office/powerpoint/2010/main" val="805932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C70EBF-7BF8-2C49-F86D-2EB151A337FB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חברות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19453-B93D-B592-1048-761D8086F479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A322F-0D26-F186-14AA-A7EFBACF2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646429"/>
              </p:ext>
            </p:extLst>
          </p:nvPr>
        </p:nvGraphicFramePr>
        <p:xfrm>
          <a:off x="127000" y="571500"/>
          <a:ext cx="1193800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565204118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001542807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428130362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403639843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668379434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75757340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419305655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879074595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4133423471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946492541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161537890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9343107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04696006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06345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58217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איילון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10,681,668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10,594,025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1,568,077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1,540,589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40725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דרכים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188,864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193,304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83,978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85,168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9869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כלל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6,557,579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7,359,257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4,236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1,434,565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1,280,376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46207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מגדל (המגן) חברה לביטוח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1,572,448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1,954,742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216,719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271,539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37141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הפניקס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7,182,209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5,722,444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926,580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734,756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37388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הראל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2,883,192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2,728,651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832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385,336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361,087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58239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הכשרה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339,695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521,132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34,271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64,667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26074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קופרנינוה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18,692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54,271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190.3%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82198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הכשרה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704,212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222,798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79,883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27,480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94846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קש חתמים בינלאומיים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11,459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77209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30,140,016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29,350,623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-2.6%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15,881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14,906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-6.1%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4,959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4,730,848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4,365,663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-7.7%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581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3ACEDA5-C73C-24CB-EA5C-096040845B5E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8 / 19</a:t>
            </a:r>
          </a:p>
        </p:txBody>
      </p:sp>
    </p:spTree>
    <p:extLst>
      <p:ext uri="{BB962C8B-B14F-4D97-AF65-F5344CB8AC3E}">
        <p14:creationId xmlns:p14="http://schemas.microsoft.com/office/powerpoint/2010/main" val="1919724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45B2FF-0071-B049-9743-822BD407B56C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ענף מרכז - 2020 מול 2019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77DB1-C48C-3CA2-3FB4-9C3C3D3826B7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19C6BB-75A8-E9AB-EC75-C12648945E9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FB432E-F8B5-E0B0-65E3-40C6947A224C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9 / 19</a:t>
            </a:r>
          </a:p>
        </p:txBody>
      </p:sp>
    </p:spTree>
    <p:extLst>
      <p:ext uri="{BB962C8B-B14F-4D97-AF65-F5344CB8AC3E}">
        <p14:creationId xmlns:p14="http://schemas.microsoft.com/office/powerpoint/2010/main" val="1504052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82D8D2-B078-C9CF-0C83-A9468C0452CE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ענף מרכז - 2020 מול 2019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7F3C53-9080-99A0-01F3-944C52DE1582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F04B2C-A1D0-3C25-18A0-ED7500DC114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541C71-603E-D500-E5F4-D224010ABA60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10 / 19</a:t>
            </a:r>
          </a:p>
        </p:txBody>
      </p:sp>
    </p:spTree>
    <p:extLst>
      <p:ext uri="{BB962C8B-B14F-4D97-AF65-F5344CB8AC3E}">
        <p14:creationId xmlns:p14="http://schemas.microsoft.com/office/powerpoint/2010/main" val="4274099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B8F677-09B2-A653-29FE-2530E9252934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ענף מרכז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E36389-074E-6028-B3AB-E0FAD6DEA1BC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8B359E-8373-95C6-F26C-13A52B8E6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759282"/>
              </p:ext>
            </p:extLst>
          </p:nvPr>
        </p:nvGraphicFramePr>
        <p:xfrm>
          <a:off x="127000" y="571500"/>
          <a:ext cx="1193800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457719204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779287779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2204273126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26411979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471922189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111423533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424894902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187444282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594949806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957781794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322426046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894900730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36369158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58012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34379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חבויות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2,121,530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2,088,523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311,553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300,961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33865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שונות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2,062,146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1,908,781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-26.7%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554,009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271,292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-51.0%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2674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דירות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3,760,500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3,631,169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589,473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579,006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18673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טרקטורים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1,448,217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1,402,316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1,200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1,237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318,413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314,964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8842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רכב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9,772,179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9,872,423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6,787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1,297,870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1,317,391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4889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רכב אחר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1,778,910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1,651,683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251,222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239,286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68917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בית עסק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1,196,389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1,147,851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227,304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206,897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1245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חבר מושב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7,147,821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6,879,614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1,073,254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1,045,005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05874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אש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704,880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665,896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71,913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66,443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19402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נסיעות לחו"ל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147,445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102,367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-30.6%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-29.2%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-15.4%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35,838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24,417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-31.9%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1678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30,140,016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29,350,623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-2.6%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15,881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14,906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-6.1%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4,959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4,730,848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4,365,663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-7.7%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4060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919D552-1AD0-356B-E8B8-04CF5564C82F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11 / 19</a:t>
            </a:r>
          </a:p>
        </p:txBody>
      </p:sp>
    </p:spTree>
    <p:extLst>
      <p:ext uri="{BB962C8B-B14F-4D97-AF65-F5344CB8AC3E}">
        <p14:creationId xmlns:p14="http://schemas.microsoft.com/office/powerpoint/2010/main" val="199220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81C921-9C53-7408-C47D-95D232A3B6C4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טלריות - 2020 מול 2019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0548BB-50E3-7FCD-21CF-F69C0072F110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27F65F-BA5E-C77E-65B5-33A8A994E8B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93967E-EA76-84D5-D14D-99F01E28D204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12 / 19</a:t>
            </a:r>
          </a:p>
        </p:txBody>
      </p:sp>
    </p:spTree>
    <p:extLst>
      <p:ext uri="{BB962C8B-B14F-4D97-AF65-F5344CB8AC3E}">
        <p14:creationId xmlns:p14="http://schemas.microsoft.com/office/powerpoint/2010/main" val="222784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4D936C-5599-6514-B5F7-F8656CF9160A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טלריות - 2020 מול 2019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D17288-2627-25E2-37D0-7C99478E1D62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3AE144-DF7E-C724-19F1-EEE653C80CA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42B999-4E6D-74BD-D6BC-107D801A1301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13 / 19</a:t>
            </a:r>
          </a:p>
        </p:txBody>
      </p:sp>
    </p:spTree>
    <p:extLst>
      <p:ext uri="{BB962C8B-B14F-4D97-AF65-F5344CB8AC3E}">
        <p14:creationId xmlns:p14="http://schemas.microsoft.com/office/powerpoint/2010/main" val="1913607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0D7EAB-C685-40B5-13D6-303E43CC244B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טלריות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7E78F-865A-E6CB-6967-BCC9964EE838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414084-DAD0-14D6-7698-600723E72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31143"/>
              </p:ext>
            </p:extLst>
          </p:nvPr>
        </p:nvGraphicFramePr>
        <p:xfrm>
          <a:off x="127000" y="571500"/>
          <a:ext cx="1193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1562815331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140155044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2584666324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902982599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70650011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4111449307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29859314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857457069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54473706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767873272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656355828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144271179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100219885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70505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7207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טלר 1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3,052,869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3,075,249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723,287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454,171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92292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טלר 3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3,135,847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3,034,603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492,205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478,165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95921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טלר 4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4,089,663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4,103,768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565,552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581,946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0839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טלר 5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2,724,406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2,510,729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1,385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545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376,178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361,942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22884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טלר 6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2,872,979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2,778,834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410,991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399,821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89697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טלר 7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3,428,832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3,499,134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538,523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532,110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19740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טלר 8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2,788,122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2,808,485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420,720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435,266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29666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טלר 9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2,491,513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2,455,544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381,186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376,428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98081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טלר 10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2,722,619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2,299,229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390,651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321,602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73277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טלר 2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2,806,774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2,763,501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1,663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425,916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418,889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85638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טלר 11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76872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טלר 12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16,073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18,904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-25.3%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4,011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4,706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47101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טלר 13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961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טלר 14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3,506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2,336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-33.4%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862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-37.1%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03911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טלר 15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6,474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92473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30,140,016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29,350,623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-2.6%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15,881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14,906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-6.1%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4,959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4,730,848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4,365,663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-7.7%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50543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2238775-DA3C-9BA2-7264-7FA34333F619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14 / 19</a:t>
            </a:r>
          </a:p>
        </p:txBody>
      </p:sp>
    </p:spTree>
    <p:extLst>
      <p:ext uri="{BB962C8B-B14F-4D97-AF65-F5344CB8AC3E}">
        <p14:creationId xmlns:p14="http://schemas.microsoft.com/office/powerpoint/2010/main" val="4180011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8BDFC-78EA-D96A-2BFF-4DF26F7D7E7F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סוכנים - 2020 מול 2019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866CB6-65DD-A606-2AAA-0208949EFDB4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91377F-C313-92D0-217F-9F13407E053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E82C57-0CA4-2157-7395-0E2D0714CEEC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15 / 19</a:t>
            </a:r>
          </a:p>
        </p:txBody>
      </p:sp>
    </p:spTree>
    <p:extLst>
      <p:ext uri="{BB962C8B-B14F-4D97-AF65-F5344CB8AC3E}">
        <p14:creationId xmlns:p14="http://schemas.microsoft.com/office/powerpoint/2010/main" val="2571151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564785-EBCC-04C7-B627-715702A65623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סוכנים - 2020 מול 2019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E3401F-D2E3-2CC3-AB2D-CD3DB74976E6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80C55-F482-A7FB-39C6-1E0BA20EE06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94FA9C-E10D-D39E-439D-4EF4D71D5094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16 / 19</a:t>
            </a:r>
          </a:p>
        </p:txBody>
      </p:sp>
    </p:spTree>
    <p:extLst>
      <p:ext uri="{BB962C8B-B14F-4D97-AF65-F5344CB8AC3E}">
        <p14:creationId xmlns:p14="http://schemas.microsoft.com/office/powerpoint/2010/main" val="2448460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89B8AB-D0A3-9853-70B4-6CE4B001C308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סוכנים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58A96-194D-B0F9-BCDC-6DBE60D1E190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EFC5CC-F058-AEA9-311D-5C25086AA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438137"/>
              </p:ext>
            </p:extLst>
          </p:nvPr>
        </p:nvGraphicFramePr>
        <p:xfrm>
          <a:off x="127000" y="571500"/>
          <a:ext cx="119380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588012227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071424838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2494007389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42617015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0496716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42299373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032635434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551437328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405969533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946661206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1871559220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565247097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4240420909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20133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83429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1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22,627,083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21,796,695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12,315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3,583,909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3,228,099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68363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2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191,042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176,945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30,220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26,340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-12.8%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25723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3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2,970,508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3,056,011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466,210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465,504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1493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4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730,652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747,913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105,923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111,657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82273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5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1,262,143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1,039,475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175,168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136,884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39443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6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681,327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684,208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108,483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109,215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16299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7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221,624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261,940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33,166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41,987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51286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8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496,010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524,044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78,533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83,262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81189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9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5,381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7005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10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343,210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356,570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54,878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56,699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13024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11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54,177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94,115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8,962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15,309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60594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12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396,864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382,665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59,546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57,759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45563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13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51,582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1998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14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16,073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18,904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-25.8%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4,011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4,706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96247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15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4,957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93837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16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62,902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121,766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93.6%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9,039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14,742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63.1%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3109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17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1233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18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8,961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12,135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35.4%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1,884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56544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19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10,316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00846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סוכן 20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3,358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3,647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3766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30,140,016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29,350,623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-2.6%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15,881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14,906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-6.1%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4,959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4,730,848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4,365,663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latin typeface="Arial" panose="020B0604020202020204" pitchFamily="34" charset="0"/>
                        </a:rPr>
                        <a:t>-7.7%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111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EED8FFC-9A3C-A8F5-4EC0-5E19F26D7E03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17 / 19</a:t>
            </a:r>
          </a:p>
        </p:txBody>
      </p:sp>
    </p:spTree>
    <p:extLst>
      <p:ext uri="{BB962C8B-B14F-4D97-AF65-F5344CB8AC3E}">
        <p14:creationId xmlns:p14="http://schemas.microsoft.com/office/powerpoint/2010/main" val="818281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4EDAAB-D873-3745-C2BF-4309BAF0B5AD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סוכנים ללא לבב - 2020 מול 2019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F1376A-9975-22C0-0B4B-02C2589670FC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466CEA-4594-286D-DFBA-34CCAA487D9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95C6F1-BD9F-0611-241E-9CA80132BC4C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18 / 19</a:t>
            </a:r>
          </a:p>
        </p:txBody>
      </p:sp>
    </p:spTree>
    <p:extLst>
      <p:ext uri="{BB962C8B-B14F-4D97-AF65-F5344CB8AC3E}">
        <p14:creationId xmlns:p14="http://schemas.microsoft.com/office/powerpoint/2010/main" val="186923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EE0371-4B7A-2B12-233A-0B4890B89DE8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סוכנים ללא לבב - 2020 מול 2019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DD12BA-9AFB-1649-AA34-6BED12873285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D571FC-25EF-7B84-B4FA-EE56DCB1A70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1D410F-8C0A-FA59-5EE0-4B1B8AE8BD93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19 / 19</a:t>
            </a:r>
          </a:p>
        </p:txBody>
      </p:sp>
    </p:spTree>
    <p:extLst>
      <p:ext uri="{BB962C8B-B14F-4D97-AF65-F5344CB8AC3E}">
        <p14:creationId xmlns:p14="http://schemas.microsoft.com/office/powerpoint/2010/main" val="529076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1747</Words>
  <Application>Microsoft Office PowerPoint</Application>
  <PresentationFormat>Custom</PresentationFormat>
  <Paragraphs>1074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צבי גורן</dc:creator>
  <cp:lastModifiedBy>צבי גורן</cp:lastModifiedBy>
  <cp:revision>1</cp:revision>
  <dcterms:created xsi:type="dcterms:W3CDTF">2026-05-08T09:46:43Z</dcterms:created>
  <dcterms:modified xsi:type="dcterms:W3CDTF">2026-05-08T09:47:23Z</dcterms:modified>
</cp:coreProperties>
</file>