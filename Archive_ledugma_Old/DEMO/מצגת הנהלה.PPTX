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B139-C99A-5C2A-DDEF-996C3267B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FB0CE-256C-7E1B-05CF-CAE645F8C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85D0-285A-FE99-42AD-F45D9BF8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74722-3422-500B-ACB2-96C828D9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C7DC0-B8EE-F291-9D45-A62A28DC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123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C4B1-7CAB-A274-8FCE-745D093C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3F2A-F69A-7EB8-730C-0A2E8B0D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07746-65D8-03EF-1E5B-57A57A02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84B0C-4732-2327-DFDA-64A0DF37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B67C1-5E36-F4D7-B104-2FBBEAF0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240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42F7-1796-36F8-96EE-B8B87FEE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9818-DBC8-7BE1-DCA5-538BF6EEE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E4884-1CAF-B41D-5EAF-54380BF2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58D50-95B0-0E09-0A3D-9252940F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23250-C9F4-4006-C896-361F5561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531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7233-4EE0-CB71-6DA8-31AE4B7C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C48E-4A93-FEA1-C945-8E65687FC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591A9-EC43-32AF-A5FA-DAC5A86D0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1FBD7-D44F-2557-6951-979C90A5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39363-ECE1-C0C7-3FF7-5B4A2BA3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757CE-FE45-DB41-33BC-4F52AACA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143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1D3C-BB3E-D3E9-C82C-6377FBFA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F3B8C-3375-8C77-93B5-ECCA16D95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A4F78-9EDE-E93A-31BF-1C6687E81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31D94-4823-6E74-9B17-BC0A5D9E3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6324B-388E-C38C-5851-3DE1E60A7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61555-24AF-EE2F-957B-D70E1331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44EF9-B5E2-E21D-737F-EF5ABBDD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31764-6FE2-25F7-6819-753287EC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760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C027-BF18-5D55-4566-4D33BAD7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AAC06C-90E0-CDD3-5B49-564C353A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2E9E8-B335-0840-432D-1A23EB91D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D814F-16B3-0EBE-4E7C-598BC277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489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CF283-F550-03A5-558E-43A06401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C3ED1-5252-579C-9E05-2BE583DF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C9871-FCEA-0747-44B2-2FD1B9DD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38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DD0A-7C70-73E8-D69D-19B63FB5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BE968-1676-5390-1CC5-D9FA98169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6DE6E-A758-F117-901E-13A2C2E41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0DFEA-4171-CED5-0E1F-6656164F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3203B-77BA-09E4-ADAC-989BE475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DEEBF-766B-AE91-49D6-026A0EA9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500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FC25-D65F-1883-8AD4-05AC7658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6C0A1-8CE3-5EB0-B9F2-EA3C375A9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FA7AD-3EFC-7939-4100-69A31352C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D8AE7-859F-2821-BD5D-B1FFDCEC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4F9D2-E3A5-345D-714F-B506203B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4D869-4F30-581B-D3E5-F2CE9A6C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324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2442-D14F-3F91-744A-46CE2A90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08356-58AA-953A-BA0A-B7A0F068F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D5779-0291-9CE1-3AC4-BD312B5C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2774-653F-2732-8142-E91F88BE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DB0BF-495A-84DE-D4B6-A41B4474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162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138C9-9FC5-C288-1B96-B939DB5B2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F8E5E-90CD-28F7-5857-04838CD8B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8F1C6-20A0-1AC2-269E-9A2831A8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89D2-7752-58BD-6EA8-167E983A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77FB-F9DD-252B-929C-07187113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259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71898-61F9-9BD1-72F1-F7565FF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61691-EE45-EBA6-1C04-63846729C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9F63D-ACA0-0B94-5571-BE4973765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811DC-3FCC-4E80-9B11-1287E1393B31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5A7A-61FD-E635-DAE5-2DE649DB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F49CD-EDCF-3191-0BA7-DC22E06B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A47EB-DE72-4E23-A7E3-971ED21BAD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461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92CA1F-001E-87B9-D7A8-B8FA02613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8E33DF-7EE0-84DC-1E87-DFF67DD66695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E32AD-45D5-9DC8-B75D-E3FA7EC0D57E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0D389-C165-536C-8A5B-28AC56A72823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2024 מול 2025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AEC4D-9EAC-FC1F-1B36-B4FF8151F8DB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בורדרו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83179-50FC-EBEC-C0C1-8E2A0B3E7153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לדוגמא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9E11D-7BD4-C90C-6FA8-C7EE02A91CC6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2D060-E4AF-BF43-8469-695CBCB2330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34</a:t>
            </a:r>
          </a:p>
        </p:txBody>
      </p:sp>
    </p:spTree>
    <p:extLst>
      <p:ext uri="{BB962C8B-B14F-4D97-AF65-F5344CB8AC3E}">
        <p14:creationId xmlns:p14="http://schemas.microsoft.com/office/powerpoint/2010/main" val="412826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01E5A-934C-2F9F-EA0C-C43802433F7D}"/>
              </a:ext>
            </a:extLst>
          </p:cNvPr>
          <p:cNvSpPr txBox="1"/>
          <p:nvPr/>
        </p:nvSpPr>
        <p:spPr>
          <a:xfrm>
            <a:off x="254000" y="50800"/>
            <a:ext cx="1168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b="1">
                <a:solidFill>
                  <a:srgbClr val="00468C"/>
                </a:solidFill>
              </a:rPr>
              <a:t>לדוגמא סוכנות לביטוח</a:t>
            </a:r>
            <a:endParaRPr lang="en-IL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76176-1CCF-7394-3FB4-85B522134642}"/>
              </a:ext>
            </a:extLst>
          </p:cNvPr>
          <p:cNvSpPr txBox="1"/>
          <p:nvPr/>
        </p:nvSpPr>
        <p:spPr>
          <a:xfrm>
            <a:off x="254000" y="381000"/>
            <a:ext cx="1168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סה"כ פרמיות ועמלות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80970-BD11-9A29-0D6A-68BAD1BC2178}"/>
              </a:ext>
            </a:extLst>
          </p:cNvPr>
          <p:cNvSpPr txBox="1"/>
          <p:nvPr/>
        </p:nvSpPr>
        <p:spPr>
          <a:xfrm>
            <a:off x="508000" y="7366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5BC60-5E2B-C9B6-3819-2C89E8D8C1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117600"/>
            <a:ext cx="10160000" cy="5397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BED89E-23DD-4FB4-9745-B431E84DB26D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34</a:t>
            </a:r>
          </a:p>
        </p:txBody>
      </p:sp>
    </p:spTree>
    <p:extLst>
      <p:ext uri="{BB962C8B-B14F-4D97-AF65-F5344CB8AC3E}">
        <p14:creationId xmlns:p14="http://schemas.microsoft.com/office/powerpoint/2010/main" val="365207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E38DF-209E-CE03-5DA5-A76007E5872A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4A7F8-0AF4-F06F-A466-39BA4D0595FE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חודשים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16D8B-2CC7-CE08-DA13-8E698DB13F70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8F033-3248-825B-1459-0B8957A0E9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D021EC-C42F-CCE9-D1EC-035AC7251595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34</a:t>
            </a:r>
          </a:p>
        </p:txBody>
      </p:sp>
    </p:spTree>
    <p:extLst>
      <p:ext uri="{BB962C8B-B14F-4D97-AF65-F5344CB8AC3E}">
        <p14:creationId xmlns:p14="http://schemas.microsoft.com/office/powerpoint/2010/main" val="385388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6A031-8843-03D7-7A7D-670FFB2C8F8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0577E-A891-0DE6-AB84-9CE77CC220C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חודשים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612A9-B840-2407-A8A3-522BD007C374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C7691D-7E62-447C-9268-D2FDECC1FD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BD44F4-39A4-1FF0-9ACA-E8EBA713DBF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34</a:t>
            </a:r>
          </a:p>
        </p:txBody>
      </p:sp>
    </p:spTree>
    <p:extLst>
      <p:ext uri="{BB962C8B-B14F-4D97-AF65-F5344CB8AC3E}">
        <p14:creationId xmlns:p14="http://schemas.microsoft.com/office/powerpoint/2010/main" val="277506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8FBED-4BD4-1E41-A342-A6E045E1F84E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FA4BB-6776-A015-94E1-D9ED854423D8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חודשים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B1C48-4D26-9BE7-103F-7CE64CC6B075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E1350-8BD3-6B6B-A9FB-EA0C66F2FB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FCABF9-6438-A4FE-D829-8FBE970BD7E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34</a:t>
            </a:r>
          </a:p>
        </p:txBody>
      </p:sp>
    </p:spTree>
    <p:extLst>
      <p:ext uri="{BB962C8B-B14F-4D97-AF65-F5344CB8AC3E}">
        <p14:creationId xmlns:p14="http://schemas.microsoft.com/office/powerpoint/2010/main" val="391277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25F91-BE4F-9DCD-D5DF-29B25771B69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F61E1-F652-4221-39C4-4BD5CAA50B4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מבוטחים לפי חודשים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E25C6-3997-B219-DB0A-08D74160C7C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376D2-21C7-B64B-6A40-3ECC73226E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6E6A67-70B8-0793-7263-FFEECB18A7CB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34</a:t>
            </a:r>
          </a:p>
        </p:txBody>
      </p:sp>
    </p:spTree>
    <p:extLst>
      <p:ext uri="{BB962C8B-B14F-4D97-AF65-F5344CB8AC3E}">
        <p14:creationId xmlns:p14="http://schemas.microsoft.com/office/powerpoint/2010/main" val="326962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0AC25-1435-35E8-D59B-9FAA7099F32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29C31-FC09-959A-89F1-1371D0496A6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חודשים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A678F-B7F0-7E6F-6340-612C6FDDD426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703D0-569C-2A96-2EFB-2E480E55C4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FB7475-DC81-871C-763F-C3ABD67192CE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34</a:t>
            </a:r>
          </a:p>
        </p:txBody>
      </p:sp>
    </p:spTree>
    <p:extLst>
      <p:ext uri="{BB962C8B-B14F-4D97-AF65-F5344CB8AC3E}">
        <p14:creationId xmlns:p14="http://schemas.microsoft.com/office/powerpoint/2010/main" val="199417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8AE02-BD6A-14E7-84C2-91D21C50B7D2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2FF16-0CDF-5566-C647-9E05C33CC91A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חודשים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C9699-901A-2DA7-AFF6-D958AC0CFCAB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בורדרו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1BC4EB-0663-0D6B-AD01-9733B0B23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87288"/>
              </p:ext>
            </p:extLst>
          </p:nvPr>
        </p:nvGraphicFramePr>
        <p:xfrm>
          <a:off x="127000" y="7874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408650225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8518939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791348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69357206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97932259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93168263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28625572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25985578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88612793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53541699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04780739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9641892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7087051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5032480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90571291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86213934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725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002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468,591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469,038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2,721,338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3,077,830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ינואר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100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259,603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268,060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1,743,008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1,826,015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4927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265,184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175,387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1,367,586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מרץ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6445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205,845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189,376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1,385,491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1,254,971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אפריל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512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174,530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175,907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1,204,271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1,190,333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מאי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47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193,771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185,117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1,223,443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1,249,281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יוני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8491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233,162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232,889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1,567,491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1,605,912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יולי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442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217,107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209,151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1,421,799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1,380,139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9205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156,906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1,234,059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1,041,307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02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163,126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179,396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1,128,046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1,162,776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471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184,013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181,003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1,237,307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1,194,843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1548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371,330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151,207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1,566,211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1,003,751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דצמבר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358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13.3%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2,915,366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2,573,435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6,279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9,298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17,800,050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17,175,405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7760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D1BD35-3967-D95F-D4EA-DB403127CD0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34</a:t>
            </a:r>
          </a:p>
        </p:txBody>
      </p:sp>
    </p:spTree>
    <p:extLst>
      <p:ext uri="{BB962C8B-B14F-4D97-AF65-F5344CB8AC3E}">
        <p14:creationId xmlns:p14="http://schemas.microsoft.com/office/powerpoint/2010/main" val="8631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648194-C51E-5F65-59AD-608D7FEF089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ED9B1-736C-1C2E-F58E-167BF8D347C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חברות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38691-A88D-4AD6-7A56-EE9B6ACBF0D9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FF5E7-8D98-1136-1EB7-8966EB0AB6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E7F368-7463-3411-83AE-124F9BA38C2E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34</a:t>
            </a:r>
          </a:p>
        </p:txBody>
      </p:sp>
    </p:spTree>
    <p:extLst>
      <p:ext uri="{BB962C8B-B14F-4D97-AF65-F5344CB8AC3E}">
        <p14:creationId xmlns:p14="http://schemas.microsoft.com/office/powerpoint/2010/main" val="173971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E00098-3C8F-96DD-FA00-FA8DDBFBDA07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4DE61-618D-CA13-1E5A-A3508F29AE00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חברות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F9500-930E-AF77-8421-44D7477B4F97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21FD9D-3780-0F48-101A-10DCB75083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BD6477-8150-AB42-3BF7-84B8E8F9798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34</a:t>
            </a:r>
          </a:p>
        </p:txBody>
      </p:sp>
    </p:spTree>
    <p:extLst>
      <p:ext uri="{BB962C8B-B14F-4D97-AF65-F5344CB8AC3E}">
        <p14:creationId xmlns:p14="http://schemas.microsoft.com/office/powerpoint/2010/main" val="1539350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3EB73A-FED8-6215-291D-5D37E424B129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8D46B-1DFF-500B-EAAC-8AD54C0549BB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חברות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B1E1C-C45C-11BC-36A1-E57FA6ABC97F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0A7148-4608-BEE6-24F7-F167EE8E68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12CD7A-385A-3D6C-0EC8-5FA2284E814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34</a:t>
            </a:r>
          </a:p>
        </p:txBody>
      </p:sp>
    </p:spTree>
    <p:extLst>
      <p:ext uri="{BB962C8B-B14F-4D97-AF65-F5344CB8AC3E}">
        <p14:creationId xmlns:p14="http://schemas.microsoft.com/office/powerpoint/2010/main" val="1947056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DA944-4C83-5A4F-BA94-5C99884BDAB5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E5AD6-67D6-C6D8-0BBB-D76E9D4B582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מבוטחים לפי חברות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001CA-3B5D-5840-EC43-0ED1D07E933D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D9201D-35E0-B2E6-A6C3-2E6CF27EFF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87A8CF-D0C6-DE3F-EB66-FE465FD5791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34</a:t>
            </a:r>
          </a:p>
        </p:txBody>
      </p:sp>
    </p:spTree>
    <p:extLst>
      <p:ext uri="{BB962C8B-B14F-4D97-AF65-F5344CB8AC3E}">
        <p14:creationId xmlns:p14="http://schemas.microsoft.com/office/powerpoint/2010/main" val="3905317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10A66-980A-1B28-A6B2-B25A21BC4D98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27F8A-4045-E08C-825B-F84F03FE2572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חברות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0FF04-7F49-ADDF-737D-7E42C955212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D5CCDE-F30D-9A1B-8CE6-81553C4F37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8AD91A-8568-FA79-2588-10B6E51AED1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34</a:t>
            </a:r>
          </a:p>
        </p:txBody>
      </p:sp>
    </p:spTree>
    <p:extLst>
      <p:ext uri="{BB962C8B-B14F-4D97-AF65-F5344CB8AC3E}">
        <p14:creationId xmlns:p14="http://schemas.microsoft.com/office/powerpoint/2010/main" val="305310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88982-B8E9-24A2-3417-2BF5D5B02E5A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61ACF-1DCC-E0FA-F5A8-4D46A4E2629F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חברות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7293B-8E9B-24AD-AFB6-ACFEE3328602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בורדרו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96BACB-4235-EF7F-E350-39605AA58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719815"/>
              </p:ext>
            </p:extLst>
          </p:nvPr>
        </p:nvGraphicFramePr>
        <p:xfrm>
          <a:off x="127000" y="7874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176181282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60784460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39880246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412844066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8464066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5197183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57218958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4988474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37143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68366112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5774178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66690046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76538129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6703850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12547586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37043305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614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4184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555,538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425,851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4,348,521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3,371,420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346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947,148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747,710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2,515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3,805,242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4,306,268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כלל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998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944,043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919,045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6,259,493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6,121,341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561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47,001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18,360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428,520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148,845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הכשרה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763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1,196,283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9912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225,899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213,869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1,722,894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1,603,562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הראל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7875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הכשרה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49071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46,771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49,378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107,093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112,854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דרכים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93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3632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54,303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7058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13.3%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2,915,366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2,573,435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6,279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9,298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17,800,050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17,175,405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2366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D33078-4E5D-D173-0469-52101F92301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34</a:t>
            </a:r>
          </a:p>
        </p:txBody>
      </p:sp>
    </p:spTree>
    <p:extLst>
      <p:ext uri="{BB962C8B-B14F-4D97-AF65-F5344CB8AC3E}">
        <p14:creationId xmlns:p14="http://schemas.microsoft.com/office/powerpoint/2010/main" val="286059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AA34E3-9D1C-C8A9-3AED-72C63C27EC5A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7E65E-2613-5F66-2CFB-C1A472895E6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ענף מרכז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754CC-4A6F-048A-77D9-3B604C0EB0CC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764EF-E0D6-6988-C055-EA65DBE3D0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CF36BF-12B6-7163-99F1-6E854FA26B4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34</a:t>
            </a:r>
          </a:p>
        </p:txBody>
      </p:sp>
    </p:spTree>
    <p:extLst>
      <p:ext uri="{BB962C8B-B14F-4D97-AF65-F5344CB8AC3E}">
        <p14:creationId xmlns:p14="http://schemas.microsoft.com/office/powerpoint/2010/main" val="244660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26358-2E6B-ED0C-AF43-AA0C587D1EB7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8BA00-D944-5C90-7023-73BE682F23D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ענף מרכז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ECAE-721D-669E-D4FD-20CC73B58FE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6885A-453C-D930-6863-02F06F9932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B9750E-2C23-91C3-66A6-D1B26A90270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34</a:t>
            </a:r>
          </a:p>
        </p:txBody>
      </p:sp>
    </p:spTree>
    <p:extLst>
      <p:ext uri="{BB962C8B-B14F-4D97-AF65-F5344CB8AC3E}">
        <p14:creationId xmlns:p14="http://schemas.microsoft.com/office/powerpoint/2010/main" val="174726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04028-ECBD-3353-59FF-9DAA3CE8B6F7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FEBE4-4E05-1C97-BBE4-BFAC0FD0632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ענף מרכז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A8609-CF22-2CC6-3D4D-8B07A89790DB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F0324-3D0D-42F8-1AF5-FB4E38069D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400CA2-7CAA-0611-DB14-5CB4AB57ED1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34</a:t>
            </a:r>
          </a:p>
        </p:txBody>
      </p:sp>
    </p:spTree>
    <p:extLst>
      <p:ext uri="{BB962C8B-B14F-4D97-AF65-F5344CB8AC3E}">
        <p14:creationId xmlns:p14="http://schemas.microsoft.com/office/powerpoint/2010/main" val="1260670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C2AD2F-2AE0-FECD-D367-50607B4AE04C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53938-24E5-8A6E-8FF2-02429CD0734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מבוטחים לפי ענף מרכז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490A4-5BD3-76B4-D223-D674D4B25538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0DFB8-9391-C798-0A8E-8CF25C0177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AA2674-9C8B-0A76-F37A-728B307C6C5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34</a:t>
            </a:r>
          </a:p>
        </p:txBody>
      </p:sp>
    </p:spTree>
    <p:extLst>
      <p:ext uri="{BB962C8B-B14F-4D97-AF65-F5344CB8AC3E}">
        <p14:creationId xmlns:p14="http://schemas.microsoft.com/office/powerpoint/2010/main" val="3422673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5D68F8-9B4E-AADC-981A-CC185A4F4A9B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8D7F2-4A2C-976A-F3FB-E52B83FDF15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ענף מרכז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44F1D8-D64A-C8F6-BED5-FF02731E22A2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64A20-559C-D140-E458-AF2B863CAF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3D71B-765C-C501-02CE-7F43EA11911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34</a:t>
            </a:r>
          </a:p>
        </p:txBody>
      </p:sp>
    </p:spTree>
    <p:extLst>
      <p:ext uri="{BB962C8B-B14F-4D97-AF65-F5344CB8AC3E}">
        <p14:creationId xmlns:p14="http://schemas.microsoft.com/office/powerpoint/2010/main" val="2281775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ABF5A-3B5B-5E9D-967F-22643FF20063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D38A3-B0A9-3A22-E023-E28467878C67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ענף מרכז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448EE-771D-0FE7-F68C-88E202E13DF7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בורדרו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4918EF-CC56-F9A9-2AB4-2BF8E8642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51253"/>
              </p:ext>
            </p:extLst>
          </p:nvPr>
        </p:nvGraphicFramePr>
        <p:xfrm>
          <a:off x="127000" y="7874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404088028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19929449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1501095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40989765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31593323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91811802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00942220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70118480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4372839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9985726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81552621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04016018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46221577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9260736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8984270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14430599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4580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7208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173,859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169,520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146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180,766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176,376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845,985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799,356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1136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772,880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768,563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5,825,631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5,784,619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רכב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8293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660,632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640,742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4,437,289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4,240,583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16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357,440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354,243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2,263,923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2,188,221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דירות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962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152,612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131,401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802,477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741,637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135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423,721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153,375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1,057,094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964,118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שונות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8685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151,503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146,468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1,085,696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1,014,499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6427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207,575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אש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7111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21,058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12,548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86,239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52,801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9739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סחורה בהעברה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6706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13.3%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2,915,366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2,573,435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6,279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9,298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17,800,050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17,175,405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209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52B22B-465B-0887-A496-F670E1978A3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20 / 34</a:t>
            </a:r>
          </a:p>
        </p:txBody>
      </p:sp>
    </p:spTree>
    <p:extLst>
      <p:ext uri="{BB962C8B-B14F-4D97-AF65-F5344CB8AC3E}">
        <p14:creationId xmlns:p14="http://schemas.microsoft.com/office/powerpoint/2010/main" val="4225936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B8111F-7DFB-C2FC-6DF9-68761B25D22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F7EE9-A6A8-608F-D649-6880E7190BBD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טלריות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8BAC7-3657-7B75-3217-F200DE897B5E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16B93-A3F7-59C8-A78E-0F07DDD1C5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197D06-C268-DA1F-5893-44A4F07B42B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21 / 34</a:t>
            </a:r>
          </a:p>
        </p:txBody>
      </p:sp>
    </p:spTree>
    <p:extLst>
      <p:ext uri="{BB962C8B-B14F-4D97-AF65-F5344CB8AC3E}">
        <p14:creationId xmlns:p14="http://schemas.microsoft.com/office/powerpoint/2010/main" val="3003970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02961-C4F6-BAE2-FC46-634CD3605DA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C2986-F79C-8E2C-0FB6-1A5AE698A611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טלריות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379DC-F8B6-8AA6-F564-BBB34C922867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3C988-C8A1-2436-E914-8CB5CB718B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406331-BE31-FE01-6F1E-F6278947FA7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22 / 34</a:t>
            </a:r>
          </a:p>
        </p:txBody>
      </p:sp>
    </p:spTree>
    <p:extLst>
      <p:ext uri="{BB962C8B-B14F-4D97-AF65-F5344CB8AC3E}">
        <p14:creationId xmlns:p14="http://schemas.microsoft.com/office/powerpoint/2010/main" val="2484941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0C0C5-C45A-5967-3393-EDC468AA501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74803-8860-742C-76B8-D69AE50432E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טלריות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69705-BF93-00E3-F673-69F1A7DA082B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B0F92-7986-5C88-86CD-49E11CA7E0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1FC71B-0A40-B8D3-8F5C-E8B39266832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23 / 34</a:t>
            </a:r>
          </a:p>
        </p:txBody>
      </p:sp>
    </p:spTree>
    <p:extLst>
      <p:ext uri="{BB962C8B-B14F-4D97-AF65-F5344CB8AC3E}">
        <p14:creationId xmlns:p14="http://schemas.microsoft.com/office/powerpoint/2010/main" val="1873656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98DD3-43B0-B968-14A4-F642A345D54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3B330-EBD6-B4DB-F4BC-0C9294ECF10E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מבוטחים לפי טלריות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DFAF4-F433-3D87-02FF-C949893A4F88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1C8AB-5572-6892-41EB-EF492CD157B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C80185-2B1E-595B-A501-A734159E835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24 / 34</a:t>
            </a:r>
          </a:p>
        </p:txBody>
      </p:sp>
    </p:spTree>
    <p:extLst>
      <p:ext uri="{BB962C8B-B14F-4D97-AF65-F5344CB8AC3E}">
        <p14:creationId xmlns:p14="http://schemas.microsoft.com/office/powerpoint/2010/main" val="1077050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C7E0E-5242-89BC-4749-086221BFF60B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3AFC3-2136-2A0E-B70E-CA8832AFF2ED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טלריות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79AE4-B196-5451-E2F4-6CE4FA7ABB57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EC624-23D5-568D-EADE-8BA7B04F05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B3E307-C33A-EB56-9B21-7272436A676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25 / 34</a:t>
            </a:r>
          </a:p>
        </p:txBody>
      </p:sp>
    </p:spTree>
    <p:extLst>
      <p:ext uri="{BB962C8B-B14F-4D97-AF65-F5344CB8AC3E}">
        <p14:creationId xmlns:p14="http://schemas.microsoft.com/office/powerpoint/2010/main" val="1430815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0F60D-6DB1-1D1A-34A4-60D962202CF2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58131-A3BB-953E-40ED-73FAA7D2FDB5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טלריות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DD49B-22C6-BE95-95CF-FE189FF2E37F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בורדרו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BAB3CD-8EE3-44A5-C482-FEC20FBB2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47953"/>
              </p:ext>
            </p:extLst>
          </p:nvPr>
        </p:nvGraphicFramePr>
        <p:xfrm>
          <a:off x="127000" y="7874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80192001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12333270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28874403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49981733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98574795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2475308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874073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8327419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82313404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75276738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8948693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19657256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49722258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2347986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241021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48578340"/>
                    </a:ext>
                  </a:extLst>
                </a:gridCol>
              </a:tblGrid>
              <a:tr h="1778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68087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037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231,210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1,721,259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1,546,929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216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517,204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253,439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1,663,424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1,708,805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0273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326,487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309,923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2,081,576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2,052,446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9876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253,471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276,673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1,685,384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1,791,782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762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302,171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279,082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1,937,256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1,793,400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7403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234,572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237,759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1,540,970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1,566,231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65514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141,544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1,261,386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1,003,100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7787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213,869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204,105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1,420,546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1,342,758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3754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388,736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2,689,843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2,646,287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3131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273,091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264,626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1,789,414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1,721,445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64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754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6,474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1188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9501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13.3%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2,915,366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2,573,435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6,279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9,298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17,800,050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17,175,405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8833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1BA05D-0E15-9224-8EF9-73A6012FEEB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26 / 34</a:t>
            </a:r>
          </a:p>
        </p:txBody>
      </p:sp>
    </p:spTree>
    <p:extLst>
      <p:ext uri="{BB962C8B-B14F-4D97-AF65-F5344CB8AC3E}">
        <p14:creationId xmlns:p14="http://schemas.microsoft.com/office/powerpoint/2010/main" val="3924660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266655-37B6-818C-06AD-C6761F38525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8249F-8268-7D5C-A80E-54C7FF843F6D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סוכנים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B8C1B-B238-2364-FD9B-D942B85630B9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EA899-293F-A298-C4C9-DB54296D17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D63519-3133-C0A4-3CCA-04E731EEDB6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27 / 34</a:t>
            </a:r>
          </a:p>
        </p:txBody>
      </p:sp>
    </p:spTree>
    <p:extLst>
      <p:ext uri="{BB962C8B-B14F-4D97-AF65-F5344CB8AC3E}">
        <p14:creationId xmlns:p14="http://schemas.microsoft.com/office/powerpoint/2010/main" val="3290429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325219-1EC8-30E2-8AF3-21AAF9756A59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38FB4-8C4B-35ED-739C-5EF4D10C66FF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סוכנים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C00BB-F617-B870-BD61-52A13E3D9E22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4C86A-5F1B-A9EC-FE8A-2883FD8D74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A1C146-FE5C-0E80-4D77-BF3EE4A9FBF6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28 / 34</a:t>
            </a:r>
          </a:p>
        </p:txBody>
      </p:sp>
    </p:spTree>
    <p:extLst>
      <p:ext uri="{BB962C8B-B14F-4D97-AF65-F5344CB8AC3E}">
        <p14:creationId xmlns:p14="http://schemas.microsoft.com/office/powerpoint/2010/main" val="702384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7FEEA-EEA9-FD1B-97F7-1FF88CF5505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4B159-29A0-669A-21CF-779DB92D8B8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סוכנים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A96D2-27FB-CA73-7CAD-61C1EBCBE49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DA34D-90B5-C177-8151-334E2AC458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4C8C3C-53C1-8C26-8CBB-4F81A0107B3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29 / 34</a:t>
            </a:r>
          </a:p>
        </p:txBody>
      </p:sp>
    </p:spTree>
    <p:extLst>
      <p:ext uri="{BB962C8B-B14F-4D97-AF65-F5344CB8AC3E}">
        <p14:creationId xmlns:p14="http://schemas.microsoft.com/office/powerpoint/2010/main" val="3550796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2FF93-1542-0A05-9C8B-A70E7F533E4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9F834-9C53-BF5F-2DD1-E48D20E4AA19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מבוטחים לפי סוכנים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C50B6-02B6-5CBD-D6B0-8D6357AC215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D0FD8-9153-0DE7-1996-EABF235F5F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AB572-D8D1-2BF3-2B3B-0C061D750D1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30 / 34</a:t>
            </a:r>
          </a:p>
        </p:txBody>
      </p:sp>
    </p:spTree>
    <p:extLst>
      <p:ext uri="{BB962C8B-B14F-4D97-AF65-F5344CB8AC3E}">
        <p14:creationId xmlns:p14="http://schemas.microsoft.com/office/powerpoint/2010/main" val="1443184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01715-5C27-0C86-8DBF-34649D74DC38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DB9EA-17F9-AD82-D239-939B5F45CE9E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סוכנים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E26D8-A6E1-86B4-E3A3-F19FE0607BC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86F883-AAB7-C2B2-39AB-49C5EEEEB1F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A45259-D143-0D02-8AB5-35EA98FF6BA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31 / 34</a:t>
            </a:r>
          </a:p>
        </p:txBody>
      </p:sp>
    </p:spTree>
    <p:extLst>
      <p:ext uri="{BB962C8B-B14F-4D97-AF65-F5344CB8AC3E}">
        <p14:creationId xmlns:p14="http://schemas.microsoft.com/office/powerpoint/2010/main" val="458578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4FA7B4-9319-4A5B-0D50-8FB38C31366C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B23CA-9DA8-3253-D097-3D59CF30086B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סוכנים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6015D-4494-9025-B622-3B78A84AF8D0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בורדרו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8F4247-890B-6E22-9E1A-0C460F05C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65405"/>
              </p:ext>
            </p:extLst>
          </p:nvPr>
        </p:nvGraphicFramePr>
        <p:xfrm>
          <a:off x="127000" y="7874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377748839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4338462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0011701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416575808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60763595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9858196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03559376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21169999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89624255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44489208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2048789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35379980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32483498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98487163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37826164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387458161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423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9905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2,168,968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1,850,579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12,906,633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12,408,864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159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3,880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3,675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25,952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0014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182,576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0294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81,944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519,878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509,913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5559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91,509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497,646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0401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21,772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29,821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151,805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183,488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888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293,445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279,375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1,872,162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1,846,718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0199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57,979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61,206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373,828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392,456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762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505,078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069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35,863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36,480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221,669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227,638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912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1401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5,099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41,690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45,493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7577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311,697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297,757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4334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5,426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6,806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33,227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40,191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2877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9749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5,381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6,744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196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20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0496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305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0325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357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13.3%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2,915,366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2,573,435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6,279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9,298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17,800,050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17,175,405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979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EF1E7F-FD53-A448-DB5D-BB3B75508C5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32 / 34</a:t>
            </a:r>
          </a:p>
        </p:txBody>
      </p:sp>
    </p:spTree>
    <p:extLst>
      <p:ext uri="{BB962C8B-B14F-4D97-AF65-F5344CB8AC3E}">
        <p14:creationId xmlns:p14="http://schemas.microsoft.com/office/powerpoint/2010/main" val="1054350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096BD6-ED38-DF9F-D194-98BFC733518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886E8-874F-4A57-5301-A75E4B26604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סוכנים ללא סוכן 1 - 2024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A0105-5BBE-63A8-6727-8EBA4625D5F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3AA8A-FD38-DCB5-6999-C165A64F6E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1814D7-6E24-A7EC-D0E6-55722FF551D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33 / 34</a:t>
            </a:r>
          </a:p>
        </p:txBody>
      </p:sp>
    </p:spTree>
    <p:extLst>
      <p:ext uri="{BB962C8B-B14F-4D97-AF65-F5344CB8AC3E}">
        <p14:creationId xmlns:p14="http://schemas.microsoft.com/office/powerpoint/2010/main" val="2634109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829D48-54E9-AD89-9B09-2F61757E22AB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38899-10F3-656D-E95C-A9281EEDC940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סוכנים ללא סוכן 1 - 2024 מול 2025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18B9F-1BEA-9C3A-347A-2BA4F2F78818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בורדרו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A26C46-4580-8803-EE53-C2606A4342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003D64-34F6-785D-5E25-76EFFB9B96C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34 / 34</a:t>
            </a:r>
          </a:p>
        </p:txBody>
      </p:sp>
    </p:spTree>
    <p:extLst>
      <p:ext uri="{BB962C8B-B14F-4D97-AF65-F5344CB8AC3E}">
        <p14:creationId xmlns:p14="http://schemas.microsoft.com/office/powerpoint/2010/main" val="318694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2209</Words>
  <Application>Microsoft Office PowerPoint</Application>
  <PresentationFormat>Custom</PresentationFormat>
  <Paragraphs>1373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2026-06-23T08:32:39Z</dcterms:created>
  <dcterms:modified xsi:type="dcterms:W3CDTF">2026-06-23T08:33:59Z</dcterms:modified>
</cp:coreProperties>
</file>