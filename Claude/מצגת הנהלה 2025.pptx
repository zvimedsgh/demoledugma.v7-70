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A8BB-5D23-7275-C60D-8188F8C5F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C7178-EFDA-8659-C287-DF7979CBB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1475C-D0A3-82CA-9DD6-BEF0856D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B11B4-02DC-0694-CDFF-DAC04FCB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73DCB-A83D-FF4B-61B5-9141CD36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110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FA203-7741-7557-41E8-5A4290419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3EC01-FE81-E199-C00D-49CB90D24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2A2A7-162E-9922-BCC4-E2CAC771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4486E-4D16-3606-45A6-984E07E29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A4720-30E7-555E-AD8B-C04EB59E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925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384E-FB2E-4DF2-2800-ED483FBA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EE6E5-CCAE-69B7-641F-4394C3470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CF0D-177A-0A27-F819-238DC4B03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4964-D72C-AEC6-5E67-B82E3507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9EC5B-25B7-CB06-6AFD-BB70DB27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806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C3B1-B964-D3D6-7894-A4D7B3F8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F9C0E-7F44-23CB-6F10-0C38984C3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74443-C0B3-7B1E-5F84-1B78470AA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60578-4BFF-A961-7E54-8F791DC3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3076D-F984-0C0C-F427-57D1E770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16141-6DE0-F0D0-B49C-0E89A7B0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287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B375-7493-05E6-DFC0-4893078B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1CCA5-B718-91D1-7498-D960A7B94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892F2-F97F-E78E-1A9C-6F020C038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3CA17-AFAA-5B02-B55F-D6AD14B9B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2BDC5-3697-F928-5FDB-D26DF1820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9D507-FBE0-1FAA-61DD-0AB3BB60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893C55-DDB1-4902-59BE-9B1D334E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04C4F-C1A1-E0B1-E4EC-7654F1A2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073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FD5D-2B4B-70BE-CAB8-E5FFBB65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1C2D0-9DC0-B89E-EBDD-C508948F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8EF864-9871-9284-8C43-3CBA4788F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D46ED-B0AB-F3A4-0AA0-87031D41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667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6739D-AA4E-9FFE-8733-8ABBD84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33079-C1B4-CF0F-5581-D6D56E28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A85C9-5102-B38D-200C-31CC3CF0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47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63D8-3515-892C-2F47-B8717A1F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10997-E550-DA6F-205A-9B5FD7634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491F6-ADB0-CA13-FDFB-E96DF1BE0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09DF8-B7C5-B4C9-AEEF-33E4D361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1D535-7F4C-574A-6CC1-0303AA56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EF187-A54C-6F9C-A79B-E88354A0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908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1754-789F-68A2-3DF8-FA657BC4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58C81-7DF0-BAAA-6D34-5723EF5F6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16113-5FBA-C5A1-4C6A-2E09BF646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0A165-30B3-9CBD-06EB-B9FF8EC7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A204A-C2A1-A8FB-D9C3-35129AB5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74951-6A53-13A3-A32D-E5A0FBA4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260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61BE-C045-D432-C6DF-23B825CE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4CD3B-D3C9-92E3-ACA5-C5EB551C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74E0B-9659-825F-A89C-1CE322CE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EC12-CF7E-3CF9-0729-46D598A92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CE719-834D-F99E-B697-32AD3F23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965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65EAAD-9DA2-714E-F134-0DFDC87CF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72472-4503-891F-38CD-45F5D39F9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1F4A-5C91-5BCC-1BA4-C3C7D548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6D32E-D630-B783-8602-4C4002C6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4D74B-0C7A-99C2-A8DC-50981567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515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2B1A4-BA4D-B279-D9C2-EC672278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922D4-2FD2-C7D9-1FD6-8EF07316E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87832-3212-7B72-47A3-55FD88EAD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48A92-DCF8-4D63-ADB2-5997A183ADA9}" type="datetimeFigureOut">
              <a:rPr lang="en-IL" smtClean="0"/>
              <a:t>07/05/2026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BF1F-BFE2-4826-2F9D-815CF25A1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4EBA-23AE-56E5-256C-7D22EEDCB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CF0947-6A6C-4272-A13E-452B981E17F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954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546231-2B16-5FE2-1515-8B87D4A06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1B10DE-E215-4EF0-1F78-97BE097578B2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AA4E5-491C-56DC-E9F1-38735E045392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74EDB-78E1-9175-B190-406A954D31C3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2024 מול 2025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B3929-4614-30A7-BA15-BD607E45CAA0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שנתי | בורדרו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245BF-DAED-1E4A-7EEF-355174DFF2B4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לבב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90E0A2-B737-5E2D-8063-9F907A5544D4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D8423-A261-F997-71AF-B333C98645C2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19</a:t>
            </a:r>
          </a:p>
        </p:txBody>
      </p:sp>
    </p:spTree>
    <p:extLst>
      <p:ext uri="{BB962C8B-B14F-4D97-AF65-F5344CB8AC3E}">
        <p14:creationId xmlns:p14="http://schemas.microsoft.com/office/powerpoint/2010/main" val="17020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06E7A0-12E5-7813-C41E-068EF5DF5C78}"/>
              </a:ext>
            </a:extLst>
          </p:cNvPr>
          <p:cNvSpPr txBox="1"/>
          <p:nvPr/>
        </p:nvSpPr>
        <p:spPr>
          <a:xfrm>
            <a:off x="254000" y="127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400" b="1">
                <a:solidFill>
                  <a:srgbClr val="323232"/>
                </a:solidFill>
              </a:rPr>
              <a:t>סה"כ פרמיות ועמלות - 2024 מול 2025</a:t>
            </a:r>
            <a:endParaRPr lang="en-IL" sz="24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2F26E-17B8-3055-41E1-6B02A03D92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58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B728E2-16A8-683D-5153-3FEBFBF5AE55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19</a:t>
            </a:r>
          </a:p>
        </p:txBody>
      </p:sp>
    </p:spTree>
    <p:extLst>
      <p:ext uri="{BB962C8B-B14F-4D97-AF65-F5344CB8AC3E}">
        <p14:creationId xmlns:p14="http://schemas.microsoft.com/office/powerpoint/2010/main" val="358395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71329-CCCC-C1A5-E997-29CD01F3C967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35CC7-3685-05B5-946D-DCC2C6048C4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4B11A-8967-BAA4-F677-7C2B511919D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617D1-A954-171E-D5D3-5ED8D9B54E66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19</a:t>
            </a:r>
          </a:p>
        </p:txBody>
      </p:sp>
    </p:spTree>
    <p:extLst>
      <p:ext uri="{BB962C8B-B14F-4D97-AF65-F5344CB8AC3E}">
        <p14:creationId xmlns:p14="http://schemas.microsoft.com/office/powerpoint/2010/main" val="301501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B7613-6BAA-7A82-F192-1B1634A0AD0B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2DB74-BC90-45D4-98CE-0B2647CDC03A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AB414-9D56-646F-1ED7-F9008FF36FD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E68850-4226-78C5-1BBE-EC1DA37DE45E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19</a:t>
            </a:r>
          </a:p>
        </p:txBody>
      </p:sp>
    </p:spTree>
    <p:extLst>
      <p:ext uri="{BB962C8B-B14F-4D97-AF65-F5344CB8AC3E}">
        <p14:creationId xmlns:p14="http://schemas.microsoft.com/office/powerpoint/2010/main" val="270522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2A1952-6B04-8A7A-0C79-E693B7EFD40C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חודשים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87E76-4CC5-271D-5222-5415DD9886BA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E66825-A784-BE4C-CF5E-77CBD5730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884437"/>
              </p:ext>
            </p:extLst>
          </p:nvPr>
        </p:nvGraphicFramePr>
        <p:xfrm>
          <a:off x="127000" y="5715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65267146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11884173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88116920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82265397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7369316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6279358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44583783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67226012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85573009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01930295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85285978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07264614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9527403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4265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6688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ינואר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5,414,314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4,918,141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6627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2,918,894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2,905,790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441,793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460,603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7218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מרץ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2,077,023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2,427,609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420,330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155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אפריל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2,805,844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2,991,689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414,851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438,125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9074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1,995,180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1,986,522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298,089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292,491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9829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2,079,396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2,261,135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312,095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345,973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460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יולי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3,081,190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2,886,192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446,268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433,441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8651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2,491,380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2,348,258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373,273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362,391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7614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2,105,257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2,237,211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317,237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323,251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0325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1,969,202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1,941,138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292,171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281,154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9277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2,287,744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2,605,853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331,966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350,939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9648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דצמבר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2,182,135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2,826,729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304,142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571,099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1196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32,336,267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5,079,410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2957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BE8914-1440-F723-6792-7F0B27F0C5E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19</a:t>
            </a:r>
          </a:p>
        </p:txBody>
      </p:sp>
    </p:spTree>
    <p:extLst>
      <p:ext uri="{BB962C8B-B14F-4D97-AF65-F5344CB8AC3E}">
        <p14:creationId xmlns:p14="http://schemas.microsoft.com/office/powerpoint/2010/main" val="341123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F7B28F-BE26-4EEC-6CDA-644810083D9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85907-0EB1-C1D1-F9BE-21F4D70EB8A8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1CD8C-098B-1FC8-F391-B682EDDCAE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040391-9974-3404-189F-D70BCEA50B64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19</a:t>
            </a:r>
          </a:p>
        </p:txBody>
      </p:sp>
    </p:spTree>
    <p:extLst>
      <p:ext uri="{BB962C8B-B14F-4D97-AF65-F5344CB8AC3E}">
        <p14:creationId xmlns:p14="http://schemas.microsoft.com/office/powerpoint/2010/main" val="108189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02B33-B41A-D4F7-B92D-87D5AF784522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C997D-05B7-B50A-B2EF-6B5C842B23A9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455A3-A3BB-0360-D585-4E0E457FF0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CC31A7-151D-DE29-F9A4-3629DD51895F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19</a:t>
            </a:r>
          </a:p>
        </p:txBody>
      </p:sp>
    </p:spTree>
    <p:extLst>
      <p:ext uri="{BB962C8B-B14F-4D97-AF65-F5344CB8AC3E}">
        <p14:creationId xmlns:p14="http://schemas.microsoft.com/office/powerpoint/2010/main" val="337161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0E242-3E42-1FC6-D51C-1C9C68568BEF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חברות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89983-0125-78B5-E9E9-0477E989A153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847733-AAFC-3F6B-C14F-32A7D7750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754069"/>
              </p:ext>
            </p:extLst>
          </p:nvPr>
        </p:nvGraphicFramePr>
        <p:xfrm>
          <a:off x="127000" y="5715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9050468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924002062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4664382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32075490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83758029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56734653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60067776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30941224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4898845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1323226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872369545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77680892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48723562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876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8318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6,137,743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7,766,963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786,901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999,878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6176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כלל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8,002,280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7,146,737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1,388,565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1,568,864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7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הראל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3,013,813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3,174,880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398,755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738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11,121,796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11,198,756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3,290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1,613,797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1,640,999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3187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247,788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780,042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9543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2,059,439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1,658,590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286,851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229,221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6124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569,943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378,872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7884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50,092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640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דרכים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204,663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197,942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90,450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5024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8897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32,336,267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5,079,410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347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9680A8-38E1-E3FB-BA72-2B0F8A03874D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19</a:t>
            </a:r>
          </a:p>
        </p:txBody>
      </p:sp>
    </p:spTree>
    <p:extLst>
      <p:ext uri="{BB962C8B-B14F-4D97-AF65-F5344CB8AC3E}">
        <p14:creationId xmlns:p14="http://schemas.microsoft.com/office/powerpoint/2010/main" val="87915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941A5-F190-0CB6-52BC-5B17445F73B5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A1371-0DA4-E20F-E825-4A7BEF08D6FB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FF646-A5F9-5A99-6816-64FB8845C9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8A9998-22A2-28DF-E9AA-71BF046E4410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19</a:t>
            </a:r>
          </a:p>
        </p:txBody>
      </p:sp>
    </p:spTree>
    <p:extLst>
      <p:ext uri="{BB962C8B-B14F-4D97-AF65-F5344CB8AC3E}">
        <p14:creationId xmlns:p14="http://schemas.microsoft.com/office/powerpoint/2010/main" val="401664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3D2594-E257-9492-82CD-1565A6274F28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A05DD-01DD-FBD7-2A59-E1B2D7D426CD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B0796-BD27-B159-1E13-C3A9386F4D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AA7DC8-345F-9AF8-4AD6-5833C1D6224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102407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F58CF-496D-ADB6-87D2-D9FB9101F727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ענף מרכז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B0429-D955-9785-97E0-3EB2D41B79A3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ABEAF0-9BEA-EB5E-DDE2-B8C81694A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312951"/>
              </p:ext>
            </p:extLst>
          </p:nvPr>
        </p:nvGraphicFramePr>
        <p:xfrm>
          <a:off x="127000" y="5715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423052788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976169607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72880057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32620662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52293174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8957506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70661248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5147504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81355317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47243347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66910372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53499974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69899754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802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2865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2,266,981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2,309,608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325,853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336,125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1695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3,943,434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4,084,388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628,813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640,117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877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1,484,188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1,532,012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333,220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337,431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6657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10,629,400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10,567,532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6,787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7,513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1,416,837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1,400,826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646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1,786,439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1,926,688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259,056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387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7,089,776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7,383,580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1,078,461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1,109,382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361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1,258,658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1,316,631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226,477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250,034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0485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2,093,669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2,269,292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297,693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615,832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1308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109,061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156,490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77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745,952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790,046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74,238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80,452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154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סחורה בהעברה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4588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32,336,267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5,079,410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5411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FC5E3-4025-94F9-E303-3BB170B6816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2758632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33E43-1930-E20F-414A-1B3EB8EC6E94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61E8B-970F-C36F-D5E0-0840390C0DA0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0F844-0845-5CF5-6B6E-0074662834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35F2A9-5E00-B3F3-44DB-372E8B21982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348067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A2E9DA-BB06-D0BB-2989-A1AC681EE390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46BA1-DFF4-FB58-7A7A-0E5707FAEAB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300DC-FAE3-8F2A-7C66-258D32F676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ED2C73-7A1D-FF34-9CEA-50A3C0334BC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2175422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5B65C6-7D2D-D711-5F13-D7505A7BC501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טלריות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85F33-5E88-67AA-7CF0-AC1DB7C37E3A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0662DA-83E3-7253-51B2-86BEFCDF7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255250"/>
              </p:ext>
            </p:extLst>
          </p:nvPr>
        </p:nvGraphicFramePr>
        <p:xfrm>
          <a:off x="127000" y="571500"/>
          <a:ext cx="1193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97706776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624130977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61202844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15843748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310634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32214186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76435964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2004571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71927308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79135322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67095335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21716031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16632999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0816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5564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יאנה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2,810,061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3,054,978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405,175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978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2,941,079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2,996,789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444,671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453,848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981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עליזה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4,494,147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4,488,937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636,629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620,269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095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ליאת רוזנר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2,559,535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2,602,873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391,325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397,239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6121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ראדה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3,453,598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3,425,104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510,078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811,930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677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2,981,751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3,087,802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427,341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440,061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39401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2,497,182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2,954,479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349,878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299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אירית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3,167,590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3,115,305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481,691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489,351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3191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מירה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3,413,161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3,526,242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537,830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553,461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36055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סימה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3,066,414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3,058,097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476,272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461,670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38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0979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07555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ריק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5241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ב.חיים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9591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8355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32,336,267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5,079,410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5397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DAC790-2CCC-1482-935D-B3F887E87F3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3134430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5F3D4-BF16-C968-E546-5CC19E8576C7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A2D0A-DC39-C45E-BE98-204C5016D07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692E8-9FC7-EF59-0BE2-CF2DA691BA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74627E-2B86-369D-C8D0-FC4B6ACB18B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167954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F021F9-724A-2B64-7164-62EE3648DDD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C9958-44F5-FD62-A59A-991C7EFC8570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077E3-1EF2-B23F-4D47-017E3F3F5F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857A8B-1CB3-E7BB-04BF-CA6A8E36F84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232537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AEF61-59A2-4878-C3D9-7AD0F54D1D5C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סוכנים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07CF0-DAB7-22A6-4CC7-B1A8FFAA7C33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32A7E4-BA89-AA5A-EAEA-AA4F5F7A6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049308"/>
              </p:ext>
            </p:extLst>
          </p:nvPr>
        </p:nvGraphicFramePr>
        <p:xfrm>
          <a:off x="127000" y="5715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460254498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03483860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25137603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1697392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1210718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3277335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73335398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4459024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18117823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25640153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1798034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53185428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97027024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5649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809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24,493,022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25,423,401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3,627,462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4,026,805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7322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אבנר פינקל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415,930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393,659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66,086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62,328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7911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 -חדש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1,082,827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1,314,712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142,595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182,461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8294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יצחק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2,681,558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2,605,682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408,407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408,950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365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קוסטה זהבה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847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דינה 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196,605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212,269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29,267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33,577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938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התיכון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574,965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6470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מאיר נתן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297,679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251,844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47,716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37,688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2611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בני עטרות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88956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רשפון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692,513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676,529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103,387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98,077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8311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רונן וינוגרד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76,516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1357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לנדסברג נגה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379,338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365,114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60,321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1220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 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274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94,407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48,756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11,431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7,006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9481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מני קדוש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0240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פסח פלדמן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766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דנה ליסט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9931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שרמן סוכנויות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9,167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10,746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356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ז'קלין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6451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חן סדרס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7176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31,407,557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32,336,267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14,907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4,666,594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5,079,410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7691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7DB6D7C-B78C-C1BC-3760-2F860134B7C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293549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32E1C-5830-7471-7C9E-2EB68384FDDA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053A1-6CA7-0DE6-217B-806D664EE1CE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B4741-C2E2-66A5-48A6-30E51DC45D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EF0903-64C3-1B3A-8843-0C26B542A92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1256927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CFA38E-93EF-14A8-5566-011D0BAE867B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EC902-6DC6-2073-AA87-559F01FECADB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1751B-C807-909F-D92C-E6DC32EBB5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DDF4B-C9FA-45D2-6794-7FCCB8D2DCA0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525955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1703</Words>
  <Application>Microsoft Office PowerPoint</Application>
  <PresentationFormat>Custom</PresentationFormat>
  <Paragraphs>1087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2026-05-07T10:10:57Z</dcterms:created>
  <dcterms:modified xsi:type="dcterms:W3CDTF">2026-05-07T10:11:33Z</dcterms:modified>
</cp:coreProperties>
</file>