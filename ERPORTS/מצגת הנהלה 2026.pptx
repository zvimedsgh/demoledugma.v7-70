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3719-A71E-6031-EC64-E51901492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F7351-3B4C-7424-D45A-8455B5336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01F74-0DB4-F310-CC8A-08A2AD071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559C5-7CC7-4B9C-8452-B3EE43984E1A}" type="datetimeFigureOut">
              <a:rPr lang="en-IL" smtClean="0"/>
              <a:t>27/06/2026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CEE60-5136-D741-1606-E5A1272B0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9A966-DAD4-4B84-300A-BBB30122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D1626-24A7-40C6-8E0D-E9B95236CC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99990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0ADE-71FD-053F-2631-AE26BF57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E1410-9B3D-4F00-22D9-CA6AA76A6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3063E-6B3D-4DF6-8191-1DC91C8E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559C5-7CC7-4B9C-8452-B3EE43984E1A}" type="datetimeFigureOut">
              <a:rPr lang="en-IL" smtClean="0"/>
              <a:t>27/06/2026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A00E1-FB6F-0E39-B7C8-76AD3B434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37BD9-DBD0-9990-5095-A497D6EA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D1626-24A7-40C6-8E0D-E9B95236CC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48520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1B2FD-8B68-6BF9-88C9-7D7033A16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6BD9F-A256-61A0-49FB-69D246282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2C98F-B64F-AC14-3BD3-10D913788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559C5-7CC7-4B9C-8452-B3EE43984E1A}" type="datetimeFigureOut">
              <a:rPr lang="en-IL" smtClean="0"/>
              <a:t>27/06/2026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9AD64-0688-0ADD-AEFD-D8E5F814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B7B07-7B26-3E1D-27CC-D6CFFA221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D1626-24A7-40C6-8E0D-E9B95236CC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06109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E962-A124-494A-0CDE-0E01FDBFE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A1834-01E4-642B-FB07-7A655F776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B21C1-D8C5-8000-502C-27E5DC44A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F5715-1AB8-81B0-B151-F3AF80E4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559C5-7CC7-4B9C-8452-B3EE43984E1A}" type="datetimeFigureOut">
              <a:rPr lang="en-IL" smtClean="0"/>
              <a:t>27/06/2026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AF437-1635-4579-F78A-3BD070B05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73CCB-6954-1A52-637E-AA76526C0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D1626-24A7-40C6-8E0D-E9B95236CC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375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5EA8B-C807-FA6C-DCAA-3834389FF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117EF-C412-4FC1-98B4-925B88B52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E5ED0-380B-BFCB-E1F1-516BF3782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D865F-2013-7A45-1D1A-4BD467175B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D8FCA9-C919-92D6-7E1E-3C9F48D06C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84ADD3-D739-CA5E-35C8-127A2133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559C5-7CC7-4B9C-8452-B3EE43984E1A}" type="datetimeFigureOut">
              <a:rPr lang="en-IL" smtClean="0"/>
              <a:t>27/06/2026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90366-433A-89D7-6F02-23C19E01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ADE56E-A72B-309B-72DD-271AD9A4C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D1626-24A7-40C6-8E0D-E9B95236CC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33214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37946-7140-20FB-B6FF-8131EB933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AE4122-70A5-FF69-4B5A-895C77CB6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559C5-7CC7-4B9C-8452-B3EE43984E1A}" type="datetimeFigureOut">
              <a:rPr lang="en-IL" smtClean="0"/>
              <a:t>27/06/2026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EE22B-9EC8-8C08-1448-BB05FD879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70D16-490D-299F-E6D2-9E830B7C3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D1626-24A7-40C6-8E0D-E9B95236CC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399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E8E04A-23E4-CD06-F355-E288E894F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559C5-7CC7-4B9C-8452-B3EE43984E1A}" type="datetimeFigureOut">
              <a:rPr lang="en-IL" smtClean="0"/>
              <a:t>27/06/2026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3745DA-6310-FE94-C1DA-6AD5E147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FC608-FCE5-2C9C-BE47-C850A0A76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D1626-24A7-40C6-8E0D-E9B95236CC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000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E5C1-364D-690E-A70A-0187DA80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F27C0-C8A0-EDC3-F569-98B2E3929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CAB9B-0A7E-89CE-EB17-DEA5727A9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327D3-6EE1-9B19-1A71-00107580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559C5-7CC7-4B9C-8452-B3EE43984E1A}" type="datetimeFigureOut">
              <a:rPr lang="en-IL" smtClean="0"/>
              <a:t>27/06/2026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C7FC-8473-EA3A-36D9-4504B8FC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7B77E-37DF-6AA6-947F-0DD3BC13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D1626-24A7-40C6-8E0D-E9B95236CC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57958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B652-9131-E5AA-E6EF-E9468F373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E4A116-A663-DCD9-B020-E7A6F24FF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E390A-9287-2B2C-0707-5B298A0C5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19071-798B-3D09-13B7-2DE4F007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559C5-7CC7-4B9C-8452-B3EE43984E1A}" type="datetimeFigureOut">
              <a:rPr lang="en-IL" smtClean="0"/>
              <a:t>27/06/2026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1FE6D-EB53-36AF-A8BB-9980BFBF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04C77-7A63-2C55-BE15-90E327737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D1626-24A7-40C6-8E0D-E9B95236CC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0699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725A3-BEB8-3470-1756-672F50AF9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6F3C5-D429-B582-A342-ECA843EBE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458F3-544C-1DAF-27F4-D9AD24D80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559C5-7CC7-4B9C-8452-B3EE43984E1A}" type="datetimeFigureOut">
              <a:rPr lang="en-IL" smtClean="0"/>
              <a:t>27/06/2026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8B3D6-236C-3942-4641-9F79D8365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CC049-7D44-6A84-9016-FA1B48AF2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D1626-24A7-40C6-8E0D-E9B95236CC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42544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23EC3-A31C-28E2-E6FC-296E9E8AF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88EFF-2202-EC43-421B-791E99ADB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D80D1-1A07-6AE7-785A-CDFA7F0C2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559C5-7CC7-4B9C-8452-B3EE43984E1A}" type="datetimeFigureOut">
              <a:rPr lang="en-IL" smtClean="0"/>
              <a:t>27/06/2026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E8F0C-024D-3864-D98B-57A241367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2426A-6CCF-E3AA-03CA-9321C1BC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D1626-24A7-40C6-8E0D-E9B95236CC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47655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50C19-6494-D476-CAF4-92EA99A93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3B76A-484A-C269-8EAD-EBE04A043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9C304-5481-1D94-3A8E-5F5583241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559C5-7CC7-4B9C-8452-B3EE43984E1A}" type="datetimeFigureOut">
              <a:rPr lang="en-IL" smtClean="0"/>
              <a:t>27/06/2026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AA306-1B86-41CA-351C-1027EAB1B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C8127-9BA9-9F8C-2E3E-59FE1FFE9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D1626-24A7-40C6-8E0D-E9B95236CCA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61461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28A0D6-7019-1EB6-75DD-6EAF5C114C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BE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D82117-5059-939F-E7BD-E2156B89BA35}"/>
              </a:ext>
            </a:extLst>
          </p:cNvPr>
          <p:cNvSpPr/>
          <p:nvPr/>
        </p:nvSpPr>
        <p:spPr>
          <a:xfrm>
            <a:off x="635000" y="508000"/>
            <a:ext cx="10922000" cy="584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78BB9C-03FC-14EC-3070-08644A0EE1CC}"/>
              </a:ext>
            </a:extLst>
          </p:cNvPr>
          <p:cNvSpPr txBox="1"/>
          <p:nvPr/>
        </p:nvSpPr>
        <p:spPr>
          <a:xfrm>
            <a:off x="1016000" y="1143000"/>
            <a:ext cx="1016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4000" b="1">
                <a:solidFill>
                  <a:srgbClr val="323232"/>
                </a:solidFill>
              </a:rPr>
              <a:t>מצגת הנהלה</a:t>
            </a:r>
            <a:endParaRPr lang="en-IL" sz="4000" b="1">
              <a:solidFill>
                <a:srgbClr val="32323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0651E-435A-92B0-5EA8-4C6A8F300080}"/>
              </a:ext>
            </a:extLst>
          </p:cNvPr>
          <p:cNvSpPr txBox="1"/>
          <p:nvPr/>
        </p:nvSpPr>
        <p:spPr>
          <a:xfrm>
            <a:off x="1016000" y="2286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200">
                <a:solidFill>
                  <a:srgbClr val="505050"/>
                </a:solidFill>
              </a:rPr>
              <a:t>2025 מול 2026</a:t>
            </a:r>
            <a:endParaRPr lang="en-IL" sz="3200">
              <a:solidFill>
                <a:srgbClr val="505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47682-6EA9-B5C3-70F0-E09341C1C9DA}"/>
              </a:ext>
            </a:extLst>
          </p:cNvPr>
          <p:cNvSpPr txBox="1"/>
          <p:nvPr/>
        </p:nvSpPr>
        <p:spPr>
          <a:xfrm>
            <a:off x="1016000" y="3175000"/>
            <a:ext cx="1016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2000">
              <a:solidFill>
                <a:srgbClr val="78787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326E4-127C-318A-E462-BB4915071A70}"/>
              </a:ext>
            </a:extLst>
          </p:cNvPr>
          <p:cNvSpPr txBox="1"/>
          <p:nvPr/>
        </p:nvSpPr>
        <p:spPr>
          <a:xfrm>
            <a:off x="1016000" y="5080000"/>
            <a:ext cx="1016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400" b="1">
                <a:solidFill>
                  <a:srgbClr val="00823C"/>
                </a:solidFill>
              </a:rPr>
              <a:t>לבב סוכנות לביטוח</a:t>
            </a:r>
            <a:endParaRPr lang="en-IL" sz="3400" b="1">
              <a:solidFill>
                <a:srgbClr val="00823C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39B22A-546F-0AA8-229F-CFE8866B2BA4}"/>
              </a:ext>
            </a:extLst>
          </p:cNvPr>
          <p:cNvSpPr/>
          <p:nvPr/>
        </p:nvSpPr>
        <p:spPr>
          <a:xfrm>
            <a:off x="635000" y="6413500"/>
            <a:ext cx="10922000" cy="63500"/>
          </a:xfrm>
          <a:prstGeom prst="rect">
            <a:avLst/>
          </a:prstGeom>
          <a:solidFill>
            <a:srgbClr val="C8A0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35A6B3-9FC3-E004-0AA9-FE4AD96D9866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 / 29</a:t>
            </a:r>
          </a:p>
        </p:txBody>
      </p:sp>
    </p:spTree>
    <p:extLst>
      <p:ext uri="{BB962C8B-B14F-4D97-AF65-F5344CB8AC3E}">
        <p14:creationId xmlns:p14="http://schemas.microsoft.com/office/powerpoint/2010/main" val="416240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4B178D-D07F-85DC-AD16-B2AE5CF83D10}"/>
              </a:ext>
            </a:extLst>
          </p:cNvPr>
          <p:cNvSpPr txBox="1"/>
          <p:nvPr/>
        </p:nvSpPr>
        <p:spPr>
          <a:xfrm>
            <a:off x="254000" y="127000"/>
            <a:ext cx="1168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400" b="1">
                <a:solidFill>
                  <a:srgbClr val="323232"/>
                </a:solidFill>
              </a:rPr>
              <a:t>סה"כ פרמיות ועמלות - 2025 מול 2026</a:t>
            </a:r>
            <a:endParaRPr lang="en-IL" sz="24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01846-610D-FD54-FE20-A1AFAE8BA82D}"/>
              </a:ext>
            </a:extLst>
          </p:cNvPr>
          <p:cNvSpPr txBox="1"/>
          <p:nvPr/>
        </p:nvSpPr>
        <p:spPr>
          <a:xfrm>
            <a:off x="508000" y="660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386C0F-89CC-75C4-BC86-7633E228190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990600"/>
            <a:ext cx="10160000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0CCA66-DF58-3854-7692-4C0B2295A373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 / 29</a:t>
            </a:r>
          </a:p>
        </p:txBody>
      </p:sp>
    </p:spTree>
    <p:extLst>
      <p:ext uri="{BB962C8B-B14F-4D97-AF65-F5344CB8AC3E}">
        <p14:creationId xmlns:p14="http://schemas.microsoft.com/office/powerpoint/2010/main" val="3400785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3934C7-834C-D787-E931-922255D2950E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חודשים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0A353-67B1-302C-DFEF-CC2C0FEA14F9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1354A-5853-3DD7-71F6-66946F3CF8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A63FA5-384F-9E39-9E83-EFE6627AC18F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 / 29</a:t>
            </a:r>
          </a:p>
        </p:txBody>
      </p:sp>
    </p:spTree>
    <p:extLst>
      <p:ext uri="{BB962C8B-B14F-4D97-AF65-F5344CB8AC3E}">
        <p14:creationId xmlns:p14="http://schemas.microsoft.com/office/powerpoint/2010/main" val="2932031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CFF637-B110-F048-76D2-5AF7D2B62DC7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חודשים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88354-D68B-906D-6232-E4EDEB068DF0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2F7F48-1FE9-7E16-33CE-7D8AB70C38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26814A-1EDF-61C0-2F24-1FD7417662AB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4 / 29</a:t>
            </a:r>
          </a:p>
        </p:txBody>
      </p:sp>
    </p:spTree>
    <p:extLst>
      <p:ext uri="{BB962C8B-B14F-4D97-AF65-F5344CB8AC3E}">
        <p14:creationId xmlns:p14="http://schemas.microsoft.com/office/powerpoint/2010/main" val="2768804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B47760-A0FF-9132-0B55-76572FC564FA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חודשים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710E89-7B5C-ADA2-2A3C-297AF606318B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9159B-0538-488F-F113-06DF485698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620424-52D4-200B-E3F6-821FE4282112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5 / 29</a:t>
            </a:r>
          </a:p>
        </p:txBody>
      </p:sp>
    </p:spTree>
    <p:extLst>
      <p:ext uri="{BB962C8B-B14F-4D97-AF65-F5344CB8AC3E}">
        <p14:creationId xmlns:p14="http://schemas.microsoft.com/office/powerpoint/2010/main" val="115377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5BD379-8A6A-6777-BE78-706C8C4FD688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חודשים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8CE856-A102-C790-0EA0-13510F88FF83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A486FD-8AEF-2453-9C96-8334AB1884D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97D896-EE26-A1FD-0E5D-BB6F4FD11D95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6 / 29</a:t>
            </a:r>
          </a:p>
        </p:txBody>
      </p:sp>
    </p:spTree>
    <p:extLst>
      <p:ext uri="{BB962C8B-B14F-4D97-AF65-F5344CB8AC3E}">
        <p14:creationId xmlns:p14="http://schemas.microsoft.com/office/powerpoint/2010/main" val="2791238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FBAE35-9D91-F16F-E85A-49DAF32F932A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חודשים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E7E718-4894-ED44-FCED-358CE89C6196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331335-FF90-8DE5-567E-FD86345E5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28082"/>
              </p:ext>
            </p:extLst>
          </p:nvPr>
        </p:nvGraphicFramePr>
        <p:xfrm>
          <a:off x="127000" y="571500"/>
          <a:ext cx="11938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1907857259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983667348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836608725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77996869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21539031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19282336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05669014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91514463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5707368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892953996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541523544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62248561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02321277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95883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3315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יולי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3,162,628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480,327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-6,492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73948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אוגוסט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2,399,507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-224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357,153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-1,352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2352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ספטמבר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2,217,930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321,548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89773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אוקטובר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1,881,696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275,361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-1,287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2225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נובמבר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2,529,942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345,128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841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דצמבר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2,515,707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21,889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-94.4%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374,651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3956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14,707,411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34,275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-99.8%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7,868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141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-98.2%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3,175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94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-97.0%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2,154,168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-8,042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-100.4%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7198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B036821-7291-E751-5837-EA0CA792407A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7 / 29</a:t>
            </a:r>
          </a:p>
        </p:txBody>
      </p:sp>
    </p:spTree>
    <p:extLst>
      <p:ext uri="{BB962C8B-B14F-4D97-AF65-F5344CB8AC3E}">
        <p14:creationId xmlns:p14="http://schemas.microsoft.com/office/powerpoint/2010/main" val="3138356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D1EB5C-ED55-6EF1-61BB-2D67B72989A8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חברות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999A9-8D4F-4993-05F6-B3372D335ABC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EF5B2-4A65-15C5-B02C-DC5AF7ADA68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9B3D2E-CEB9-763F-9611-674585911F17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8 / 29</a:t>
            </a:r>
          </a:p>
        </p:txBody>
      </p:sp>
    </p:spTree>
    <p:extLst>
      <p:ext uri="{BB962C8B-B14F-4D97-AF65-F5344CB8AC3E}">
        <p14:creationId xmlns:p14="http://schemas.microsoft.com/office/powerpoint/2010/main" val="4060267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29815E-64DB-3E83-C863-83B4B31B6492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חברות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AE4BC-F3EE-C4EB-ABD5-62DF789EF37E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EDC96-44C6-4261-EABC-70AB83B7469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B20D27-CFE9-6E46-6EBB-1B24706AF2E2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9 / 29</a:t>
            </a:r>
          </a:p>
        </p:txBody>
      </p:sp>
    </p:spTree>
    <p:extLst>
      <p:ext uri="{BB962C8B-B14F-4D97-AF65-F5344CB8AC3E}">
        <p14:creationId xmlns:p14="http://schemas.microsoft.com/office/powerpoint/2010/main" val="2646250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5173B2-8936-B9BC-1F01-03B9EFF05C54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חברות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9411D-2CDE-58C2-5C15-66317156ADB1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D4D4C-B577-E6DC-CFB9-75A88170E4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9AA9EF-4043-7A29-EAC4-6B1B07280A62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10 / 29</a:t>
            </a:r>
          </a:p>
        </p:txBody>
      </p:sp>
    </p:spTree>
    <p:extLst>
      <p:ext uri="{BB962C8B-B14F-4D97-AF65-F5344CB8AC3E}">
        <p14:creationId xmlns:p14="http://schemas.microsoft.com/office/powerpoint/2010/main" val="1180136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0145AB-2381-F9DA-3C71-BA19CFC83F8F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חברות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96F67D-F656-996B-ACB6-74FC059C4117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B43F7-953C-F01E-32D9-7D9C22BEFE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A54623-9BA4-59A1-9786-A2568B2EAFA9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11 / 29</a:t>
            </a:r>
          </a:p>
        </p:txBody>
      </p:sp>
    </p:spTree>
    <p:extLst>
      <p:ext uri="{BB962C8B-B14F-4D97-AF65-F5344CB8AC3E}">
        <p14:creationId xmlns:p14="http://schemas.microsoft.com/office/powerpoint/2010/main" val="1972022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A080E8-15C0-3607-3CBF-15C58A9F9C38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חברות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EFA462-124A-0225-8A94-BBDF0BD4C8FC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E5889D-C78E-D50C-FC77-03FEEEEC5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388782"/>
              </p:ext>
            </p:extLst>
          </p:nvPr>
        </p:nvGraphicFramePr>
        <p:xfrm>
          <a:off x="127000" y="571500"/>
          <a:ext cx="11938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2417970706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790461965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46887804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27976507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52302138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45775569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7476592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63696475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075262965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677986024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519620966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51337401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76047261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90239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5342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כלל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3,304,436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617,114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92071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איילון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4,668,921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3,735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-97.7%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-96.8%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652,665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-10,408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03351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הראל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1,490,550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197,399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25664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מגדל (המגן) חברה לביטוח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614,254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-97.4%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87,936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8842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הכשרה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413,114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64998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הפניקס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3,918,761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19,083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2,720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494,973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1227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הכשרה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193,845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22,427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62225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דרכים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80,452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35,520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5899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קש חתמים בינלאומיים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79228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קופרנינוה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15,640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18608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14,707,411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34,275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-99.8%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7,868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141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-98.2%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3,175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94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-97.0%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2,154,168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-8,042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-100.4%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7989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0708AB-5579-C763-0EE3-F68E429AAD0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12 / 29</a:t>
            </a:r>
          </a:p>
        </p:txBody>
      </p:sp>
    </p:spTree>
    <p:extLst>
      <p:ext uri="{BB962C8B-B14F-4D97-AF65-F5344CB8AC3E}">
        <p14:creationId xmlns:p14="http://schemas.microsoft.com/office/powerpoint/2010/main" val="1814251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5EB360-EAFC-7C38-8BC5-F2EBC084B559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ענף מרכז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A803B-9184-6215-B9A9-97369F8AC5DD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74C67-A02A-651C-B281-B1DC4F1B1E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3DF119-7D1F-A439-26D0-8BCCC5E63E2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13 / 29</a:t>
            </a:r>
          </a:p>
        </p:txBody>
      </p:sp>
    </p:spTree>
    <p:extLst>
      <p:ext uri="{BB962C8B-B14F-4D97-AF65-F5344CB8AC3E}">
        <p14:creationId xmlns:p14="http://schemas.microsoft.com/office/powerpoint/2010/main" val="906941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9855D7-FA98-FC9E-4AA0-F56BCF40F28C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ענף מרכז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D2C605-350B-8049-EF2F-1BE52DFA7B63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C221A-2002-B337-879F-65426EF95C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3572B8-E21F-EDB6-1879-656B3D8A3019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14 / 29</a:t>
            </a:r>
          </a:p>
        </p:txBody>
      </p:sp>
    </p:spTree>
    <p:extLst>
      <p:ext uri="{BB962C8B-B14F-4D97-AF65-F5344CB8AC3E}">
        <p14:creationId xmlns:p14="http://schemas.microsoft.com/office/powerpoint/2010/main" val="1033840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DF8522-3428-D346-FBC1-37CC95B00F4D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ענף מרכז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1E2BA-FDFB-724E-E6B4-CCBE014930F6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B9F2DB-D774-5B67-E56D-63778C81DBB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317E8A-B072-C8F0-7380-AE2C187CAD6F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15 / 29</a:t>
            </a:r>
          </a:p>
        </p:txBody>
      </p:sp>
    </p:spTree>
    <p:extLst>
      <p:ext uri="{BB962C8B-B14F-4D97-AF65-F5344CB8AC3E}">
        <p14:creationId xmlns:p14="http://schemas.microsoft.com/office/powerpoint/2010/main" val="1773942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2B32E8-BA2A-3C3F-3D21-7856F05E7BFC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ענף מרכז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54E7C-9AC8-7851-45DE-8E83E4C92F59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3B9F4A-03E5-7FEC-EB8E-A0A21703D1E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D9220E-1FE2-3018-7C2E-ECDA201B74D7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16 / 29</a:t>
            </a:r>
          </a:p>
        </p:txBody>
      </p:sp>
    </p:spTree>
    <p:extLst>
      <p:ext uri="{BB962C8B-B14F-4D97-AF65-F5344CB8AC3E}">
        <p14:creationId xmlns:p14="http://schemas.microsoft.com/office/powerpoint/2010/main" val="2869768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5C7A1E-CF3B-A4C6-CA97-AA0DBD324094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ענף מרכז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11AE7-D17D-430D-02EA-208C2FAAEA63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1CC40E-3ED8-68EF-65C6-432AC1F06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562615"/>
              </p:ext>
            </p:extLst>
          </p:nvPr>
        </p:nvGraphicFramePr>
        <p:xfrm>
          <a:off x="127000" y="571500"/>
          <a:ext cx="1193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3984015165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561612770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41966132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9395914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01427826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37629977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79691366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96793442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766817109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400838812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464822708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24008097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91199196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6787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55956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רכב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5,108,727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703,623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-1,065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929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דירות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1,582,844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256,212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76423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בית עסק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1,979,806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315,927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6154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טרקטורים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532,856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-97.7%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127,544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60873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רכב אחר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1,046,113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146,347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49215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חבויות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1,339,763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-85.4%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-79.1%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152,418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-11,021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-107.2%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75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חבר מושב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2,354,009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-1,652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355,940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88933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צמ"ה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157,406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-89.3%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24,614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07788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עבודות קבלניות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140,346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23,309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81798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נסיעות לחו"ל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105,766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-97.6%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25,339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55425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שונות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136,234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15,348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9606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222,341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13,017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25766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ימי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16198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14,707,411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34,275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-99.8%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7,868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141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-98.2%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3,175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94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-97.0%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2,154,168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-8,042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-100.4%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4648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71D936B-488A-4268-AA9B-69800365A9F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17 / 29</a:t>
            </a:r>
          </a:p>
        </p:txBody>
      </p:sp>
    </p:spTree>
    <p:extLst>
      <p:ext uri="{BB962C8B-B14F-4D97-AF65-F5344CB8AC3E}">
        <p14:creationId xmlns:p14="http://schemas.microsoft.com/office/powerpoint/2010/main" val="3232023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54D778-D542-9684-25C9-5D31636622B9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טלריות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70D2A-C9D8-FCEA-2C9D-C53ECE1C11DC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ED4AF-43E4-72E9-3B0A-2CDB3C84CB8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55A0F9-7DBA-BAF8-BFE3-DE107DB171BF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18 / 29</a:t>
            </a:r>
          </a:p>
        </p:txBody>
      </p:sp>
    </p:spTree>
    <p:extLst>
      <p:ext uri="{BB962C8B-B14F-4D97-AF65-F5344CB8AC3E}">
        <p14:creationId xmlns:p14="http://schemas.microsoft.com/office/powerpoint/2010/main" val="3747632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8819A6-080A-D2B8-10D0-E161AF527AAC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טלריות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3D6BC2-0E8A-FFD3-7534-ACA1089E775F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CB5DE8-CCBE-6FFB-D778-660B9335E45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BABA6A-87FF-4438-8D94-CE8CEBDB7D00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19 / 29</a:t>
            </a:r>
          </a:p>
        </p:txBody>
      </p:sp>
    </p:spTree>
    <p:extLst>
      <p:ext uri="{BB962C8B-B14F-4D97-AF65-F5344CB8AC3E}">
        <p14:creationId xmlns:p14="http://schemas.microsoft.com/office/powerpoint/2010/main" val="4095851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09EFA4-79F5-B431-BA6B-BFBF8B615697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טלריות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2E0C7-C759-409F-2C7E-56CA6602606A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421CAF-6AA8-7214-E804-6190454B66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153C83-7706-DBC8-FEC1-16A91D786C14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20 / 29</a:t>
            </a:r>
          </a:p>
        </p:txBody>
      </p:sp>
    </p:spTree>
    <p:extLst>
      <p:ext uri="{BB962C8B-B14F-4D97-AF65-F5344CB8AC3E}">
        <p14:creationId xmlns:p14="http://schemas.microsoft.com/office/powerpoint/2010/main" val="3056443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4955AC-3A91-04FA-1AF8-212F5F687BBB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טלריות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C82FF3-2CE2-BD2B-A50E-B093F8779E66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BE7987-F309-AF19-032F-B920F9BE3BA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0DA789-4DD0-2DA5-000F-A465CC29E82D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21 / 29</a:t>
            </a:r>
          </a:p>
        </p:txBody>
      </p:sp>
    </p:spTree>
    <p:extLst>
      <p:ext uri="{BB962C8B-B14F-4D97-AF65-F5344CB8AC3E}">
        <p14:creationId xmlns:p14="http://schemas.microsoft.com/office/powerpoint/2010/main" val="3279170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58BE1D-57F2-0747-8F23-B5A23521E656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טלריות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CFD53-440B-98A4-26F5-686D8EFA8E86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FF7464-FAC3-F407-7642-F6B342F28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657180"/>
              </p:ext>
            </p:extLst>
          </p:nvPr>
        </p:nvGraphicFramePr>
        <p:xfrm>
          <a:off x="127000" y="571500"/>
          <a:ext cx="119380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1912035319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359851829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34288379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55186254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23015260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56692666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19972771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52522758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5204956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20852651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242357176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92714835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782492946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50441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5007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סימה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1,084,142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168,200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65036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1,484,080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-96.2%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230,753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-1,647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2853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ראדה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1,539,865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230,502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-4,565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36961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אירית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1,736,279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4,574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-97.4%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269,657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87357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יאנה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1,764,327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227,108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34508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עליזה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2,004,046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267,082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27724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ויויאן אוחיון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1,018,712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148,762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-1,715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0779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רוני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1,448,380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202,540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-504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99501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ליאת רוזנר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1,083,030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161,635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-1,669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05061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מירה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1,525,208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6,553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-96.2%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-95.7%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243,881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79796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****לא פעילים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54756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שונות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11,906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05385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ריק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33989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ב.חיים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9742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14,707,411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34,275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-99.8%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7,868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141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-98.2%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3,175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94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-97.0%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2,154,168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-8,042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-100.4%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5728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6004BE-93B6-EED5-CDAA-F4B348A7A4B3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22 / 29</a:t>
            </a:r>
          </a:p>
        </p:txBody>
      </p:sp>
    </p:spTree>
    <p:extLst>
      <p:ext uri="{BB962C8B-B14F-4D97-AF65-F5344CB8AC3E}">
        <p14:creationId xmlns:p14="http://schemas.microsoft.com/office/powerpoint/2010/main" val="881778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A49A0F-8B70-F179-DB90-FB7C0AC56E00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סוכנים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ABEFBD-F4BB-A4A9-BC8E-3B03FAAF2FC3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EE340-C3EB-0A38-8F97-F248C324F44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7D9E14-E74C-6E92-E6C8-21DF0997E3CB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23 / 29</a:t>
            </a:r>
          </a:p>
        </p:txBody>
      </p:sp>
    </p:spTree>
    <p:extLst>
      <p:ext uri="{BB962C8B-B14F-4D97-AF65-F5344CB8AC3E}">
        <p14:creationId xmlns:p14="http://schemas.microsoft.com/office/powerpoint/2010/main" val="821994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1890F4-0F61-A465-D708-3D29D4AC0EF1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סוכנים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45DF4-FD7A-4FBB-43E1-060C37220C97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5261C-4F79-41EB-F87C-141A81C3DA4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24BBC8-8878-8C8F-0FC7-C99B20B66D5D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24 / 29</a:t>
            </a:r>
          </a:p>
        </p:txBody>
      </p:sp>
    </p:spTree>
    <p:extLst>
      <p:ext uri="{BB962C8B-B14F-4D97-AF65-F5344CB8AC3E}">
        <p14:creationId xmlns:p14="http://schemas.microsoft.com/office/powerpoint/2010/main" val="22239009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9CB169-832E-2BA2-68C5-B320665EF76D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סוכנים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D32F0-E654-7F3C-3008-C65991A4CF19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AE54B-25D9-6A69-0882-5E90E57B2D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283412-1C71-5238-BEB7-0D1E692B44A5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25 / 29</a:t>
            </a:r>
          </a:p>
        </p:txBody>
      </p:sp>
    </p:spTree>
    <p:extLst>
      <p:ext uri="{BB962C8B-B14F-4D97-AF65-F5344CB8AC3E}">
        <p14:creationId xmlns:p14="http://schemas.microsoft.com/office/powerpoint/2010/main" val="3809991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C2F828-1DD5-25D8-BC27-9231169DA458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סוכנים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8ED186-22A3-1FC2-20C1-3E8FCE15FAA1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965CE-14A1-49E3-96E4-8D3500014BB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B992F7-EDFF-CD16-868F-E08DF99FB9F3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26 / 29</a:t>
            </a:r>
          </a:p>
        </p:txBody>
      </p:sp>
    </p:spTree>
    <p:extLst>
      <p:ext uri="{BB962C8B-B14F-4D97-AF65-F5344CB8AC3E}">
        <p14:creationId xmlns:p14="http://schemas.microsoft.com/office/powerpoint/2010/main" val="2725999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0B4296-A386-ACFF-946F-37FC07A431C6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סוכנים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E62627-C9C8-CEDF-7E82-F6CAF2624155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1BB98E-CFC9-7CE1-20EE-2923BE288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465044"/>
              </p:ext>
            </p:extLst>
          </p:nvPr>
        </p:nvGraphicFramePr>
        <p:xfrm>
          <a:off x="127000" y="571500"/>
          <a:ext cx="1193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2148721955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3705684030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207763806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35651600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54787399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384488997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238487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56097979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75836127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817995373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666049264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13332890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65101468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3647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49333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לבב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11,423,681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1,652,531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-6,731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08715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בית יצחק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1,574,852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4,574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-97.1%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244,270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8653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ויויאן אוחיון -חדש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644,121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92,740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-1,934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18753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התיכון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173,008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-97.8%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27,906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0009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מאיר נתן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144,025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21,611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00122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רשפון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168,080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-99.0%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-97.4%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24,331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9380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אבנר פינקל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140,068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63965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לנדסברג נגה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115,575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17,729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9595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דינה טל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135,642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66432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***לא פעילים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20,270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2,766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3214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בני עטרות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88,983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13,687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6480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קוסטה זהבה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13,755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9293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מסמכים לבב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41027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רונן וינוגרד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25,226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3,895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80798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שרמן סוכנויות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90482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ז'קלין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3,650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8471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מני קדוש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4677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חן סדרס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3,780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73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14,707,411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34,275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-99.8%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7,868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141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-98.2%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3,175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94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-97.0%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2,154,168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-8,042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-100.4%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5002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8499A0-3B76-9AE3-569C-47AEFB00D7DA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27 / 29</a:t>
            </a:r>
          </a:p>
        </p:txBody>
      </p:sp>
    </p:spTree>
    <p:extLst>
      <p:ext uri="{BB962C8B-B14F-4D97-AF65-F5344CB8AC3E}">
        <p14:creationId xmlns:p14="http://schemas.microsoft.com/office/powerpoint/2010/main" val="18466697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3D911-B075-EDAD-9B9C-1B19866E74D2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סוכנים ללא לבב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0A2C5-7D42-CF72-5CBE-743EF8B34378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49E637-4253-4367-DA62-D65DDE0A232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05D85D-B389-F428-831A-CD26DDBECF65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28 / 29</a:t>
            </a:r>
          </a:p>
        </p:txBody>
      </p:sp>
    </p:spTree>
    <p:extLst>
      <p:ext uri="{BB962C8B-B14F-4D97-AF65-F5344CB8AC3E}">
        <p14:creationId xmlns:p14="http://schemas.microsoft.com/office/powerpoint/2010/main" val="2433951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8C2E55-5BA3-77F5-78CC-40DFBF9E5297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סוכנים ללא לבב - 2025 מול 2026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15745E-1486-7565-85B8-25C0334D533B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מחצית שניה | תחילת ביטוח | גורן צבי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532580-8FC6-B363-80CD-8714C9B188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C7B6CD-D8DF-EED8-C535-EB116C3AF6B0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29 / 29</a:t>
            </a:r>
          </a:p>
        </p:txBody>
      </p:sp>
    </p:spTree>
    <p:extLst>
      <p:ext uri="{BB962C8B-B14F-4D97-AF65-F5344CB8AC3E}">
        <p14:creationId xmlns:p14="http://schemas.microsoft.com/office/powerpoint/2010/main" val="1707582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2054</Words>
  <Application>Microsoft Office PowerPoint</Application>
  <PresentationFormat>Custom</PresentationFormat>
  <Paragraphs>1027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dcterms:created xsi:type="dcterms:W3CDTF">2026-06-27T05:28:56Z</dcterms:created>
  <dcterms:modified xsi:type="dcterms:W3CDTF">2026-06-27T05:29:29Z</dcterms:modified>
</cp:coreProperties>
</file>